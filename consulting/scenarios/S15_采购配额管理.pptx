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4.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2"/>
    <p:sldMasterId id="2147483662" r:id="rId3"/>
    <p:sldMasterId id="2147483680" r:id="rId4"/>
  </p:sldMasterIdLst>
  <p:notesMasterIdLst>
    <p:notesMasterId r:id="rId25"/>
  </p:notesMasterIdLst>
  <p:sldIdLst>
    <p:sldId id="256" r:id="rId5"/>
    <p:sldId id="257" r:id="rId6"/>
    <p:sldId id="260" r:id="rId7"/>
    <p:sldId id="261" r:id="rId8"/>
    <p:sldId id="258" r:id="rId9"/>
    <p:sldId id="262" r:id="rId10"/>
    <p:sldId id="263" r:id="rId11"/>
    <p:sldId id="264" r:id="rId12"/>
    <p:sldId id="265" r:id="rId13"/>
    <p:sldId id="266" r:id="rId14"/>
    <p:sldId id="267" r:id="rId15"/>
    <p:sldId id="268" r:id="rId16"/>
    <p:sldId id="269" r:id="rId17"/>
    <p:sldId id="270" r:id="rId18"/>
    <p:sldId id="272" r:id="rId19"/>
    <p:sldId id="273" r:id="rId20"/>
    <p:sldId id="274" r:id="rId21"/>
    <p:sldId id="275" r:id="rId22"/>
    <p:sldId id="276" r:id="rId23"/>
    <p:sldId id="277" r:id="rId24"/>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59" userDrawn="1">
          <p15:clr>
            <a:srgbClr val="A4A3A4"/>
          </p15:clr>
        </p15:guide>
        <p15:guide id="2" pos="28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83" d="100"/>
          <a:sy n="83" d="100"/>
        </p:scale>
        <p:origin x="225" y="54"/>
      </p:cViewPr>
      <p:guideLst>
        <p:guide orient="horz" pos="1659"/>
        <p:guide pos="289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30.08.2026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各位领导，大家好</a:t>
            </a:r>
            <a:r>
              <a:rPr lang="en-US" sz="1200" b="0" i="0" u="none" strike="noStrike">
                <a:solidFill>
                  <a:srgbClr val="000000"/>
                </a:solidFill>
              </a:rPr>
              <a:t>。</a:t>
            </a:r>
          </a:p>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今天我代表项目组，向大家汇报《采购配额管理与订单分配智能化</a:t>
            </a:r>
            <a:r>
              <a:rPr lang="en-US" sz="1200" b="0" i="0" u="none" strike="noStrike">
                <a:solidFill>
                  <a:srgbClr val="000000"/>
                </a:solidFill>
              </a:rPr>
              <a:t>》。</a:t>
            </a:r>
          </a:p>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本次方案是基于佛山照明SAP升级项目的背景，旨在通过数字化手段，优化采购流程，实现价格与货源的精细化管控，降本增效</a:t>
            </a:r>
            <a:r>
              <a:rPr lang="en-US" sz="1200" b="0" i="0" u="none" strike="noStrike">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各位领导、各位同事，大家好</a:t>
            </a:r>
            <a:r>
              <a:rPr lang="en-US" sz="1200" b="0" i="0" u="none" strike="noStrike">
                <a:solidFill>
                  <a:srgbClr val="000000"/>
                </a:solidFill>
              </a:rPr>
              <a:t>。</a:t>
            </a:r>
          </a:p>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今天我们将围绕数字化转型项目进行详细汇报</a:t>
            </a:r>
            <a:r>
              <a:rPr lang="en-US" sz="1200" b="0" i="0" u="none" strike="noStrike">
                <a:solidFill>
                  <a:srgbClr val="000000"/>
                </a:solidFill>
              </a:rPr>
              <a:t>。</a:t>
            </a:r>
          </a:p>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本次汇报的目录共分为九个部分，从管理层的执行摘要开始，我们将深入剖析现状问题、明确建设目标与治理架构，并重点介绍六项建设任务及SAP系统的本期落地方案。</a:t>
            </a:r>
          </a:p>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同时，我们也会对实施路径、价值评估、风险应对以及后续的决策事项进行全面阐述</a:t>
            </a:r>
            <a:r>
              <a:rPr lang="en-US" sz="1200" b="0" i="0" u="none" strike="noStrike">
                <a:solidFill>
                  <a:srgbClr val="000000"/>
                </a:solidFill>
              </a:rPr>
              <a:t>。</a:t>
            </a:r>
          </a:p>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接下来，让我们正式进入第一部分</a:t>
            </a:r>
            <a:r>
              <a:rPr lang="en-US" sz="1200" b="0" i="0" u="none" strike="noStrike">
                <a:solidFill>
                  <a:srgbClr val="000000"/>
                </a:solidFill>
              </a:rPr>
              <a:t>。</a:t>
            </a:r>
          </a:p>
          <a:p>
            <a:pPr algn="l">
              <a:lnSpc>
                <a:spcPct val="100000"/>
              </a:lnSpc>
            </a:pPr>
            <a:endParaRPr lang="en-US" sz="12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marL="171450" indent="-171450" algn="l">
              <a:lnSpc>
                <a:spcPct val="100000"/>
              </a:lnSpc>
            </a:pPr>
            <a:r>
              <a:rPr lang="en-US" sz="1200" b="0" i="0" u="none" strike="noStrike">
                <a:solidFill>
                  <a:srgbClr val="000000"/>
                </a:solidFill>
                <a:latin typeface="Aptos"/>
                <a:ea typeface="Aptos"/>
                <a:cs typeface="Aptos"/>
                <a:sym typeface="Aptos"/>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marL="0" indent="0" algn="l">
              <a:lnSpc>
                <a:spcPct val="100000"/>
              </a:lnSpc>
            </a:pPr>
            <a:r>
              <a:rPr lang="en-US" sz="1200" b="0" i="0" u="none" strike="noStrike">
                <a:solidFill>
                  <a:srgbClr val="000000"/>
                </a:solidFill>
                <a:latin typeface="Aptos"/>
                <a:ea typeface="Aptos"/>
                <a:cs typeface="Aptos"/>
                <a:sym typeface="Aptos"/>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marL="0" indent="0" algn="l">
              <a:lnSpc>
                <a:spcPct val="100000"/>
              </a:lnSpc>
            </a:pPr>
            <a:r>
              <a:rPr lang="en-US" sz="1200" b="0" i="0" u="none" strike="noStrike">
                <a:solidFill>
                  <a:srgbClr val="000000"/>
                </a:solidFill>
                <a:latin typeface="Aptos"/>
                <a:ea typeface="Aptos"/>
                <a:cs typeface="Aptos"/>
                <a:sym typeface="Aptos"/>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marL="0" indent="0" algn="l">
              <a:lnSpc>
                <a:spcPct val="100000"/>
              </a:lnSpc>
            </a:pPr>
            <a:r>
              <a:rPr lang="en-US" sz="1200" b="0" i="0" u="none" strike="noStrike">
                <a:solidFill>
                  <a:srgbClr val="000000"/>
                </a:solidFill>
                <a:latin typeface="Aptos"/>
                <a:ea typeface="Aptos"/>
                <a:cs typeface="Aptos"/>
                <a:sym typeface="Aptos"/>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marL="0" indent="0" algn="l">
              <a:lnSpc>
                <a:spcPct val="100000"/>
              </a:lnSpc>
            </a:pPr>
            <a:r>
              <a:rPr lang="en-US" sz="1200" b="0" i="0" u="none" strike="noStrike">
                <a:solidFill>
                  <a:srgbClr val="000000"/>
                </a:solidFill>
                <a:latin typeface="Aptos"/>
                <a:ea typeface="Aptos"/>
                <a:cs typeface="Aptos"/>
                <a:sym typeface="Aptos"/>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marL="0" indent="0" algn="l">
              <a:lnSpc>
                <a:spcPct val="100000"/>
              </a:lnSpc>
            </a:pPr>
            <a:r>
              <a:rPr lang="en-US" sz="1200" b="0" i="0" u="none" strike="noStrike">
                <a:solidFill>
                  <a:srgbClr val="000000"/>
                </a:solidFill>
                <a:latin typeface="Aptos"/>
                <a:ea typeface="Aptos"/>
                <a:cs typeface="Aptos"/>
                <a:sym typeface="Aptos"/>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marL="0" indent="0" algn="l">
              <a:lnSpc>
                <a:spcPct val="100000"/>
              </a:lnSpc>
            </a:pPr>
            <a:r>
              <a:rPr lang="en-US" sz="1200" b="0" i="0" u="none" strike="noStrike">
                <a:solidFill>
                  <a:srgbClr val="000000"/>
                </a:solidFill>
                <a:latin typeface="Aptos"/>
                <a:ea typeface="Aptos"/>
                <a:cs typeface="Aptos"/>
                <a:sym typeface="Aptos"/>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marL="0" indent="0" algn="l">
              <a:lnSpc>
                <a:spcPct val="100000"/>
              </a:lnSpc>
            </a:pPr>
            <a:r>
              <a:rPr lang="en-US" sz="1200" b="0" i="0" u="none" strike="noStrike">
                <a:solidFill>
                  <a:srgbClr val="000000"/>
                </a:solidFill>
                <a:latin typeface="Aptos"/>
                <a:ea typeface="Aptos"/>
                <a:cs typeface="Aptos"/>
                <a:sym typeface="Aptos"/>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marL="0" indent="0" algn="l">
              <a:lnSpc>
                <a:spcPct val="100000"/>
              </a:lnSpc>
            </a:pPr>
            <a:r>
              <a:rPr lang="en-US" sz="1200" b="0" i="0" u="none" strike="noStrike">
                <a:solidFill>
                  <a:srgbClr val="000000"/>
                </a:solidFill>
                <a:latin typeface="Aptos"/>
                <a:ea typeface="Aptos"/>
                <a:cs typeface="Aptos"/>
                <a:sym typeface="Aptos"/>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marL="0" indent="0" algn="l">
              <a:lnSpc>
                <a:spcPct val="100000"/>
              </a:lnSpc>
            </a:pPr>
            <a:r>
              <a:rPr lang="en-US" sz="1200" b="0" i="0" u="none" strike="noStrike">
                <a:solidFill>
                  <a:srgbClr val="000000"/>
                </a:solidFill>
                <a:latin typeface="Aptos"/>
                <a:ea typeface="Aptos"/>
                <a:cs typeface="Aptos"/>
                <a:sym typeface="Aptos"/>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marL="0" indent="0" algn="l">
              <a:lnSpc>
                <a:spcPct val="100000"/>
              </a:lnSpc>
            </a:pPr>
            <a:r>
              <a:rPr lang="en-US" sz="1200" b="0" i="0" u="none" strike="noStrike">
                <a:solidFill>
                  <a:srgbClr val="000000"/>
                </a:solidFill>
                <a:latin typeface="Aptos"/>
                <a:ea typeface="Aptos"/>
                <a:cs typeface="Aptos"/>
                <a:sym typeface="Aptos"/>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marL="0" indent="0" algn="l">
              <a:lnSpc>
                <a:spcPct val="100000"/>
              </a:lnSpc>
            </a:pPr>
            <a:r>
              <a:rPr lang="en-US" sz="1200" b="0" i="0" u="none" strike="noStrike">
                <a:solidFill>
                  <a:srgbClr val="000000"/>
                </a:solidFill>
                <a:latin typeface="Aptos"/>
                <a:ea typeface="Aptos"/>
                <a:cs typeface="Aptos"/>
                <a:sym typeface="Aptos"/>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7.jpe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Cover">
    <p:spTree>
      <p:nvGrpSpPr>
        <p:cNvPr id="1" name=""/>
        <p:cNvGrpSpPr/>
        <p:nvPr/>
      </p:nvGrpSpPr>
      <p:grpSpPr>
        <a:xfrm>
          <a:off x="0" y="0"/>
          <a:ext cx="0" cy="0"/>
          <a:chOff x="0" y="0"/>
          <a:chExt cx="0" cy="0"/>
        </a:xfrm>
      </p:grpSpPr>
      <p:sp>
        <p:nvSpPr>
          <p:cNvPr id="2" name="AutoShape 2"/>
          <p:cNvSpPr>
            <a:spLocks noGrp="1"/>
          </p:cNvSpPr>
          <p:nvPr>
            <p:ph type="body" sz="quarter" idx="4" hasCustomPrompt="1"/>
          </p:nvPr>
        </p:nvSpPr>
        <p:spPr>
          <a:xfrm>
            <a:off x="423068" y="2415203"/>
            <a:ext cx="5486400" cy="1828800"/>
          </a:xfrm>
          <a:prstGeom prst="rect">
            <a:avLst/>
          </a:prstGeom>
          <a:noFill/>
          <a:ln w="12700">
            <a:noFill/>
            <a:prstDash val="solid"/>
          </a:ln>
        </p:spPr>
        <p:txBody>
          <a:bodyPr wrap="square" lIns="0" tIns="0" rIns="0" bIns="0" anchor="t">
            <a:noAutofit/>
          </a:bodyPr>
          <a:lstStyle>
            <a:lvl1pPr algn="l">
              <a:lnSpc>
                <a:spcPct val="100000"/>
              </a:lnSpc>
              <a:defRPr sz="4800" b="0" i="0" u="none" strike="noStrike" spc="0">
                <a:solidFill>
                  <a:srgbClr val="0073E6">
                    <a:alpha val="100000"/>
                  </a:srgbClr>
                </a:solidFill>
                <a:latin typeface="Biennale Bold"/>
              </a:defRPr>
            </a:lvl1pPr>
          </a:lstStyle>
          <a:p>
            <a:pPr marL="0" indent="0" algn="l">
              <a:lnSpc>
                <a:spcPct val="100000"/>
              </a:lnSpc>
              <a:spcAft>
                <a:spcPts val="300"/>
              </a:spcAft>
            </a:pPr>
            <a:r>
              <a:rPr lang="en-US" sz="4800" b="0" i="0" u="none" strike="noStrike">
                <a:solidFill>
                  <a:srgbClr val="0073E6"/>
                </a:solidFill>
                <a:latin typeface="Biennale Bold"/>
                <a:ea typeface="Biennale Bold"/>
                <a:cs typeface="Biennale Bold"/>
                <a:sym typeface="Biennale Bold"/>
              </a:rPr>
              <a:t>Presentation title</a:t>
            </a:r>
          </a:p>
        </p:txBody>
      </p:sp>
      <p:sp>
        <p:nvSpPr>
          <p:cNvPr id="3" name="AutoShape 3"/>
          <p:cNvSpPr>
            <a:spLocks noGrp="1"/>
          </p:cNvSpPr>
          <p:nvPr>
            <p:ph type="body" sz="quarter" idx="5" hasCustomPrompt="1"/>
          </p:nvPr>
        </p:nvSpPr>
        <p:spPr>
          <a:xfrm>
            <a:off x="423068" y="3138594"/>
            <a:ext cx="5486400" cy="1216152"/>
          </a:xfrm>
          <a:prstGeom prst="rect">
            <a:avLst/>
          </a:prstGeom>
          <a:noFill/>
          <a:ln w="12700">
            <a:noFill/>
            <a:prstDash val="solid"/>
          </a:ln>
        </p:spPr>
        <p:txBody>
          <a:bodyPr wrap="square" lIns="0" tIns="0" rIns="0" bIns="0" anchor="t">
            <a:noAutofit/>
          </a:bodyPr>
          <a:lstStyle>
            <a:lvl1pPr algn="l">
              <a:lnSpc>
                <a:spcPct val="100000"/>
              </a:lnSpc>
              <a:defRPr sz="3600" b="0" i="0" u="none" strike="noStrike" spc="0">
                <a:solidFill>
                  <a:srgbClr val="00005C">
                    <a:alpha val="100000"/>
                  </a:srgbClr>
                </a:solidFill>
                <a:latin typeface="Biennale Bold"/>
              </a:defRPr>
            </a:lvl1pPr>
          </a:lstStyle>
          <a:p>
            <a:pPr marL="0" indent="0" algn="l">
              <a:lnSpc>
                <a:spcPct val="100000"/>
              </a:lnSpc>
              <a:spcAft>
                <a:spcPts val="600"/>
              </a:spcAft>
            </a:pPr>
            <a:r>
              <a:rPr lang="en-US" sz="3600" b="0" i="0" u="none" strike="noStrike">
                <a:solidFill>
                  <a:srgbClr val="00005C"/>
                </a:solidFill>
                <a:latin typeface="Biennale Bold"/>
                <a:ea typeface="Biennale Bold"/>
                <a:cs typeface="Biennale Bold"/>
                <a:sym typeface="Biennale Bold"/>
              </a:rPr>
              <a:t>Subtitle</a:t>
            </a:r>
          </a:p>
        </p:txBody>
      </p:sp>
      <p:sp>
        <p:nvSpPr>
          <p:cNvPr id="4" name="AutoShape 4"/>
          <p:cNvSpPr>
            <a:spLocks noGrp="1"/>
          </p:cNvSpPr>
          <p:nvPr>
            <p:ph type="body" sz="quarter" idx="6" hasCustomPrompt="1"/>
          </p:nvPr>
        </p:nvSpPr>
        <p:spPr>
          <a:xfrm>
            <a:off x="423068" y="4771707"/>
            <a:ext cx="3657600" cy="640080"/>
          </a:xfrm>
          <a:prstGeom prst="rect">
            <a:avLst/>
          </a:prstGeom>
          <a:noFill/>
          <a:ln w="12700">
            <a:noFill/>
            <a:prstDash val="solid"/>
          </a:ln>
        </p:spPr>
        <p:txBody>
          <a:bodyPr wrap="square" lIns="0" tIns="0" rIns="0" bIns="0" anchor="t">
            <a:noAutofit/>
          </a:bodyPr>
          <a:lstStyle>
            <a:lvl1pPr algn="l">
              <a:lnSpc>
                <a:spcPct val="100000"/>
              </a:lnSpc>
              <a:defRPr sz="1600" b="0" i="0" u="none" strike="noStrike" spc="0">
                <a:solidFill>
                  <a:srgbClr val="00005C">
                    <a:alpha val="100000"/>
                  </a:srgbClr>
                </a:solidFill>
                <a:latin typeface="Biennale"/>
              </a:defRPr>
            </a:lvl1pPr>
          </a:lstStyle>
          <a:p>
            <a:pPr marL="0" indent="0" algn="l">
              <a:lnSpc>
                <a:spcPct val="100000"/>
              </a:lnSpc>
              <a:spcAft>
                <a:spcPts val="600"/>
              </a:spcAft>
            </a:pPr>
            <a:r>
              <a:rPr lang="en-US" sz="1600" b="0" i="0" u="none" strike="noStrike">
                <a:solidFill>
                  <a:srgbClr val="00005C"/>
                </a:solidFill>
                <a:latin typeface="Biennale"/>
                <a:ea typeface="Biennale"/>
                <a:cs typeface="Biennale"/>
                <a:sym typeface="Biennale"/>
              </a:rPr>
              <a:t>Date</a:t>
            </a:r>
          </a:p>
        </p:txBody>
      </p:sp>
      <p:sp>
        <p:nvSpPr>
          <p:cNvPr id="5" name="AutoShape 5"/>
          <p:cNvSpPr/>
          <p:nvPr/>
        </p:nvSpPr>
        <p:spPr>
          <a:xfrm>
            <a:off x="423068" y="6391780"/>
            <a:ext cx="835165" cy="153888"/>
          </a:xfrm>
          <a:prstGeom prst="rect">
            <a:avLst/>
          </a:prstGeom>
          <a:noFill/>
          <a:ln w="12700">
            <a:noFill/>
            <a:prstDash val="solid"/>
          </a:ln>
        </p:spPr>
        <p:txBody>
          <a:bodyPr wrap="none" lIns="0" tIns="0" rIns="0" bIns="0" rtlCol="0" anchor="ctr">
            <a:spAutoFit/>
          </a:bodyPr>
          <a:lstStyle/>
          <a:p>
            <a:pPr marL="0" indent="0" algn="l">
              <a:lnSpc>
                <a:spcPct val="100000"/>
              </a:lnSpc>
              <a:defRPr/>
            </a:pPr>
            <a:r>
              <a:rPr lang="en-US" sz="1000" b="0" i="0" u="none" strike="noStrike">
                <a:solidFill>
                  <a:srgbClr val="00005C"/>
                </a:solidFill>
                <a:latin typeface="Biennale"/>
                <a:ea typeface="Biennale"/>
                <a:cs typeface="Biennale"/>
                <a:sym typeface="Biennale"/>
              </a:rPr>
              <a:t>© Atos  Group</a:t>
            </a:r>
            <a:endParaRPr lang="en-US" sz="1100"/>
          </a:p>
        </p:txBody>
      </p:sp>
      <p:sp>
        <p:nvSpPr>
          <p:cNvPr id="6" name="AutoShape 6"/>
          <p:cNvSpPr>
            <a:spLocks noGrp="1"/>
          </p:cNvSpPr>
          <p:nvPr>
            <p:ph type="pic" sz="quarter" idx="7"/>
          </p:nvPr>
        </p:nvSpPr>
        <p:spPr>
          <a:xfrm>
            <a:off x="6092952" y="0"/>
            <a:ext cx="6099048"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Only">
    <p:spTree>
      <p:nvGrpSpPr>
        <p:cNvPr id="1" name=""/>
        <p:cNvGrpSpPr/>
        <p:nvPr/>
      </p:nvGrpSpPr>
      <p:grpSpPr>
        <a:xfrm>
          <a:off x="0" y="0"/>
          <a:ext cx="0" cy="0"/>
          <a:chOff x="0" y="0"/>
          <a:chExt cx="0" cy="0"/>
        </a:xfrm>
      </p:grpSpPr>
      <p:sp>
        <p:nvSpPr>
          <p:cNvPr id="2" name="AutoShape 2"/>
          <p:cNvSpPr>
            <a:spLocks noGrp="1"/>
          </p:cNvSpPr>
          <p:nvPr>
            <p:ph type="body" sz="quarter" idx="8" hasCustomPrompt="1"/>
          </p:nvPr>
        </p:nvSpPr>
        <p:spPr>
          <a:xfrm>
            <a:off x="428624" y="291451"/>
            <a:ext cx="11337925" cy="912315"/>
          </a:xfrm>
          <a:prstGeom prst="rect">
            <a:avLst/>
          </a:prstGeom>
          <a:noFill/>
          <a:ln w="12700">
            <a:noFill/>
            <a:prstDash val="solid"/>
          </a:ln>
        </p:spPr>
        <p:txBody>
          <a:bodyPr wrap="square" lIns="0" tIns="0" rIns="0" bIns="0" anchor="t">
            <a:noAutofit/>
          </a:bodyPr>
          <a:lstStyle>
            <a:lvl1pPr algn="l">
              <a:lnSpc>
                <a:spcPct val="100000"/>
              </a:lnSpc>
              <a:defRPr sz="2800" b="0" i="0" u="none" strike="noStrike" spc="0">
                <a:solidFill>
                  <a:srgbClr val="0073E6">
                    <a:alpha val="100000"/>
                  </a:srgbClr>
                </a:solidFill>
                <a:latin typeface="Biennale Bold"/>
              </a:defRPr>
            </a:lvl1pPr>
          </a:lstStyle>
          <a:p>
            <a:pPr marL="0" indent="0" algn="l">
              <a:lnSpc>
                <a:spcPct val="100000"/>
              </a:lnSpc>
            </a:pPr>
            <a:r>
              <a:rPr lang="en-US" sz="2800" b="0" i="0" u="none" strike="noStrike">
                <a:solidFill>
                  <a:srgbClr val="0073E6"/>
                </a:solidFill>
                <a:latin typeface="Biennale Bold"/>
                <a:ea typeface="Biennale Bold"/>
                <a:cs typeface="Biennale Bold"/>
                <a:sym typeface="Biennale Bold"/>
              </a:rPr>
              <a:t>Title</a:t>
            </a:r>
          </a:p>
        </p:txBody>
      </p:sp>
      <p:sp>
        <p:nvSpPr>
          <p:cNvPr id="3" name="AutoShape 3"/>
          <p:cNvSpPr>
            <a:spLocks noGrp="1"/>
          </p:cNvSpPr>
          <p:nvPr>
            <p:ph type="body" sz="quarter" idx="9" hasCustomPrompt="1"/>
          </p:nvPr>
        </p:nvSpPr>
        <p:spPr>
          <a:xfrm>
            <a:off x="428625" y="709990"/>
            <a:ext cx="11337925" cy="493776"/>
          </a:xfrm>
          <a:prstGeom prst="rect">
            <a:avLst/>
          </a:prstGeom>
          <a:noFill/>
          <a:ln w="12700">
            <a:noFill/>
            <a:prstDash val="solid"/>
          </a:ln>
        </p:spPr>
        <p:txBody>
          <a:bodyPr wrap="square" lIns="0" tIns="0" rIns="0" bIns="0" anchor="t">
            <a:noAutofit/>
          </a:bodyPr>
          <a:lstStyle>
            <a:lvl1pPr algn="l">
              <a:lnSpc>
                <a:spcPct val="100000"/>
              </a:lnSpc>
              <a:defRPr sz="1800" b="0" i="0" u="none" strike="noStrike" spc="0">
                <a:solidFill>
                  <a:srgbClr val="00005C">
                    <a:alpha val="100000"/>
                  </a:srgbClr>
                </a:solidFill>
                <a:latin typeface="Biennale Bold"/>
              </a:defRPr>
            </a:lvl1pPr>
          </a:lstStyle>
          <a:p>
            <a:pPr marL="0" indent="0" algn="l">
              <a:lnSpc>
                <a:spcPct val="100000"/>
              </a:lnSpc>
            </a:pPr>
            <a:r>
              <a:rPr lang="en-US" sz="1800" b="0" i="0" u="none" strike="noStrike">
                <a:solidFill>
                  <a:srgbClr val="00005C"/>
                </a:solidFill>
                <a:latin typeface="Biennale Bold"/>
                <a:ea typeface="Biennale Bold"/>
                <a:cs typeface="Biennale Bold"/>
                <a:sym typeface="Biennale Bold"/>
              </a:rPr>
              <a:t>Subtitle</a:t>
            </a:r>
          </a:p>
        </p:txBody>
      </p:sp>
      <p:sp>
        <p:nvSpPr>
          <p:cNvPr id="4" name="AutoShape 4"/>
          <p:cNvSpPr>
            <a:spLocks noGrp="1"/>
          </p:cNvSpPr>
          <p:nvPr>
            <p:ph type="body" sz="quarter" idx="10"/>
          </p:nvPr>
        </p:nvSpPr>
        <p:spPr>
          <a:xfrm>
            <a:off x="428625" y="6507907"/>
            <a:ext cx="161904" cy="153888"/>
          </a:xfrm>
          <a:prstGeom prst="rect">
            <a:avLst/>
          </a:prstGeom>
          <a:noFill/>
          <a:ln w="12700">
            <a:noFill/>
            <a:prstDash val="solid"/>
          </a:ln>
        </p:spPr>
        <p:txBody>
          <a:bodyPr vert="horz" wrap="none" lIns="0" tIns="0" rIns="0" bIns="0" anchor="ctr">
            <a:spAutoFit/>
          </a:bodyPr>
          <a:lstStyle>
            <a:lvl1pPr algn="l">
              <a:lnSpc>
                <a:spcPct val="100000"/>
              </a:lnSpc>
              <a:defRPr sz="1000" b="0" i="0" u="none" strike="noStrike" spc="0">
                <a:solidFill>
                  <a:srgbClr val="00005C">
                    <a:alpha val="100000"/>
                  </a:srgbClr>
                </a:solidFill>
                <a:latin typeface="Biennale"/>
              </a:defRPr>
            </a:lvl1pPr>
          </a:lstStyle>
          <a:p>
            <a:pPr algn="l"/>
            <a:endParaRPr/>
          </a:p>
        </p:txBody>
      </p:sp>
      <p:pic>
        <p:nvPicPr>
          <p:cNvPr id="5" name="Picture 5"/>
          <p:cNvPicPr>
            <a:picLocks noChangeAspect="1"/>
          </p:cNvPicPr>
          <p:nvPr/>
        </p:nvPicPr>
        <p:blipFill>
          <a:blip r:embed="rId2"/>
          <a:srcRect/>
          <a:stretch>
            <a:fillRect/>
          </a:stretch>
        </p:blipFill>
        <p:spPr>
          <a:xfrm>
            <a:off x="287947" y="6412870"/>
            <a:ext cx="1742736" cy="343961"/>
          </a:xfrm>
          <a:prstGeom prst="rect">
            <a:avLst/>
          </a:prstGeom>
          <a:ln w="12700">
            <a:noFill/>
            <a:prstDash val="solid"/>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Deep Blue Title Only">
    <p:bg>
      <p:bgPr>
        <a:solidFill>
          <a:srgbClr val="00005C">
            <a:alpha val="100000"/>
          </a:srgbClr>
        </a:solidFill>
        <a:effectLst/>
      </p:bgPr>
    </p:bg>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xfrm>
            <a:off x="428624" y="291451"/>
            <a:ext cx="11337925" cy="912315"/>
          </a:xfrm>
          <a:prstGeom prst="rect">
            <a:avLst/>
          </a:prstGeom>
          <a:noFill/>
          <a:ln w="12700">
            <a:noFill/>
            <a:prstDash val="solid"/>
          </a:ln>
        </p:spPr>
        <p:txBody>
          <a:bodyPr wrap="square" lIns="0" tIns="0" rIns="0" bIns="0" anchor="t">
            <a:noAutofit/>
          </a:bodyPr>
          <a:lstStyle>
            <a:lvl1pPr algn="l">
              <a:lnSpc>
                <a:spcPct val="100000"/>
              </a:lnSpc>
              <a:defRPr sz="2800" b="0" i="0" u="none" strike="noStrike" spc="0">
                <a:solidFill>
                  <a:srgbClr val="FFFFFF">
                    <a:alpha val="100000"/>
                  </a:srgbClr>
                </a:solidFill>
                <a:latin typeface="Biennale Bold"/>
              </a:defRPr>
            </a:lvl1pPr>
          </a:lstStyle>
          <a:p>
            <a:pPr marL="0" indent="0" algn="l">
              <a:lnSpc>
                <a:spcPct val="100000"/>
              </a:lnSpc>
            </a:pPr>
            <a:r>
              <a:rPr lang="en-US" sz="2800" b="0" i="0" u="none" strike="noStrike">
                <a:solidFill>
                  <a:srgbClr val="FFFFFF"/>
                </a:solidFill>
                <a:latin typeface="Biennale Bold"/>
                <a:ea typeface="Biennale Bold"/>
                <a:cs typeface="Biennale Bold"/>
                <a:sym typeface="Biennale Bold"/>
              </a:rPr>
              <a:t>Title</a:t>
            </a:r>
          </a:p>
        </p:txBody>
      </p:sp>
      <p:sp>
        <p:nvSpPr>
          <p:cNvPr id="3" name="AutoShape 3"/>
          <p:cNvSpPr>
            <a:spLocks noGrp="1"/>
          </p:cNvSpPr>
          <p:nvPr>
            <p:ph type="body" sz="quarter" idx="12" hasCustomPrompt="1"/>
          </p:nvPr>
        </p:nvSpPr>
        <p:spPr>
          <a:xfrm>
            <a:off x="428625" y="709990"/>
            <a:ext cx="11337925" cy="493776"/>
          </a:xfrm>
          <a:prstGeom prst="rect">
            <a:avLst/>
          </a:prstGeom>
          <a:noFill/>
          <a:ln w="12700">
            <a:noFill/>
            <a:prstDash val="solid"/>
          </a:ln>
        </p:spPr>
        <p:txBody>
          <a:bodyPr wrap="square" lIns="0" tIns="0" rIns="0" bIns="0" anchor="t">
            <a:noAutofit/>
          </a:bodyPr>
          <a:lstStyle>
            <a:lvl1pPr algn="l">
              <a:lnSpc>
                <a:spcPct val="100000"/>
              </a:lnSpc>
              <a:defRPr sz="1800" b="0" i="0" u="none" strike="noStrike" spc="0">
                <a:solidFill>
                  <a:srgbClr val="3DC7FF">
                    <a:alpha val="100000"/>
                  </a:srgbClr>
                </a:solidFill>
                <a:latin typeface="Biennale Bold"/>
              </a:defRPr>
            </a:lvl1pPr>
          </a:lstStyle>
          <a:p>
            <a:pPr marL="0" indent="0" algn="l">
              <a:lnSpc>
                <a:spcPct val="100000"/>
              </a:lnSpc>
            </a:pPr>
            <a:r>
              <a:rPr lang="en-US" sz="1800" b="0" i="0" u="none" strike="noStrike">
                <a:solidFill>
                  <a:srgbClr val="3DC7FF"/>
                </a:solidFill>
                <a:latin typeface="Biennale Bold"/>
                <a:ea typeface="Biennale Bold"/>
                <a:cs typeface="Biennale Bold"/>
                <a:sym typeface="Biennale Bold"/>
              </a:rPr>
              <a:t>Subtitle</a:t>
            </a:r>
          </a:p>
        </p:txBody>
      </p:sp>
      <p:sp>
        <p:nvSpPr>
          <p:cNvPr id="4" name="AutoShape 4"/>
          <p:cNvSpPr>
            <a:spLocks noGrp="1"/>
          </p:cNvSpPr>
          <p:nvPr>
            <p:ph type="body" sz="quarter" idx="13"/>
          </p:nvPr>
        </p:nvSpPr>
        <p:spPr>
          <a:xfrm>
            <a:off x="428625" y="6420355"/>
            <a:ext cx="161904" cy="153888"/>
          </a:xfrm>
          <a:prstGeom prst="rect">
            <a:avLst/>
          </a:prstGeom>
          <a:noFill/>
          <a:ln w="12700">
            <a:noFill/>
            <a:prstDash val="solid"/>
          </a:ln>
        </p:spPr>
        <p:txBody>
          <a:bodyPr vert="horz" wrap="none" lIns="0" tIns="0" rIns="0" bIns="0" anchor="ctr">
            <a:spAutoFit/>
          </a:bodyPr>
          <a:lstStyle>
            <a:lvl1pPr algn="l">
              <a:lnSpc>
                <a:spcPct val="100000"/>
              </a:lnSpc>
              <a:defRPr sz="1000" b="0" i="0" u="none" strike="noStrike" spc="0">
                <a:solidFill>
                  <a:srgbClr val="FFFFFF">
                    <a:alpha val="100000"/>
                  </a:srgbClr>
                </a:solidFill>
                <a:latin typeface="Biennale"/>
              </a:defRPr>
            </a:lvl1pPr>
          </a:lstStyle>
          <a:p>
            <a:pPr algn="l"/>
            <a:endParaRPr/>
          </a:p>
        </p:txBody>
      </p:sp>
      <p:sp>
        <p:nvSpPr>
          <p:cNvPr id="5" name="AutoShape 5"/>
          <p:cNvSpPr/>
          <p:nvPr/>
        </p:nvSpPr>
        <p:spPr>
          <a:xfrm>
            <a:off x="428625" y="6420355"/>
            <a:ext cx="1279517" cy="153888"/>
          </a:xfrm>
          <a:prstGeom prst="rect">
            <a:avLst/>
          </a:prstGeom>
          <a:noFill/>
          <a:ln w="12700">
            <a:noFill/>
            <a:prstDash val="solid"/>
          </a:ln>
        </p:spPr>
        <p:txBody>
          <a:bodyPr wrap="none" lIns="0" tIns="0" rIns="0" bIns="0" rtlCol="0" anchor="ctr">
            <a:spAutoFit/>
          </a:bodyPr>
          <a:lstStyle/>
          <a:p>
            <a:pPr marL="0" indent="0" algn="l">
              <a:lnSpc>
                <a:spcPct val="100000"/>
              </a:lnSpc>
              <a:defRPr/>
            </a:pPr>
            <a:r>
              <a:rPr lang="en-US" sz="1000" b="0" i="0" u="none" strike="noStrike">
                <a:solidFill>
                  <a:srgbClr val="FFFFFF"/>
                </a:solidFill>
                <a:latin typeface="Biennale"/>
                <a:ea typeface="Biennale"/>
                <a:cs typeface="Biennale"/>
                <a:sym typeface="Biennale"/>
              </a:rPr>
              <a:t>	|	 © Atos Group </a:t>
            </a:r>
            <a:endParaRPr lang="en-US" sz="1100"/>
          </a:p>
        </p:txBody>
      </p:sp>
      <p:sp>
        <p:nvSpPr>
          <p:cNvPr id="6" name="Freeform 6"/>
          <p:cNvSpPr/>
          <p:nvPr/>
        </p:nvSpPr>
        <p:spPr>
          <a:xfrm>
            <a:off x="10944224" y="6309897"/>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3"/>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FFFFFF">
              <a:alpha val="100000"/>
            </a:srgbClr>
          </a:solidFill>
          <a:ln w="12700" cap="flat">
            <a:noFill/>
            <a:prstDash val="solid"/>
          </a:ln>
        </p:spPr>
        <p:txBody>
          <a:bodyPr wrap="square" lIns="91440" tIns="45720" rIns="91440" bIns="45720" rtlCol="0" anchor="ctr">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Chapter">
    <p:bg>
      <p:bgPr>
        <a:solidFill>
          <a:srgbClr val="00005C">
            <a:alpha val="100000"/>
          </a:srgbClr>
        </a:solidFill>
        <a:effectLst/>
      </p:bgPr>
    </p:bg>
    <p:spTree>
      <p:nvGrpSpPr>
        <p:cNvPr id="1" name=""/>
        <p:cNvGrpSpPr/>
        <p:nvPr/>
      </p:nvGrpSpPr>
      <p:grpSpPr>
        <a:xfrm>
          <a:off x="0" y="0"/>
          <a:ext cx="0" cy="0"/>
          <a:chOff x="0" y="0"/>
          <a:chExt cx="0" cy="0"/>
        </a:xfrm>
      </p:grpSpPr>
      <p:grpSp>
        <p:nvGrpSpPr>
          <p:cNvPr id="2" name="Group 2"/>
          <p:cNvGrpSpPr/>
          <p:nvPr/>
        </p:nvGrpSpPr>
        <p:grpSpPr>
          <a:xfrm>
            <a:off x="1703638" y="0"/>
            <a:ext cx="9768784" cy="6858000"/>
            <a:chOff x="1703638" y="0"/>
            <a:chExt cx="9768784" cy="6858000"/>
          </a:xfrm>
        </p:grpSpPr>
        <p:pic>
          <p:nvPicPr>
            <p:cNvPr id="3"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0800000">
              <a:off x="6588030" y="0"/>
              <a:ext cx="4884392" cy="4884392"/>
            </a:xfrm>
            <a:prstGeom prst="rect">
              <a:avLst/>
            </a:prstGeom>
          </p:spPr>
        </p:pic>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703638" y="4884393"/>
              <a:ext cx="4884392" cy="1973607"/>
            </a:xfrm>
            <a:prstGeom prst="rect">
              <a:avLst/>
            </a:prstGeom>
          </p:spPr>
        </p:pic>
      </p:grpSp>
      <p:sp>
        <p:nvSpPr>
          <p:cNvPr id="5" name="AutoShape 5"/>
          <p:cNvSpPr>
            <a:spLocks noGrp="1"/>
          </p:cNvSpPr>
          <p:nvPr>
            <p:ph type="body" sz="quarter" idx="14" hasCustomPrompt="1"/>
          </p:nvPr>
        </p:nvSpPr>
        <p:spPr>
          <a:xfrm>
            <a:off x="428625" y="1196367"/>
            <a:ext cx="5852160" cy="1554480"/>
          </a:xfrm>
          <a:prstGeom prst="rect">
            <a:avLst/>
          </a:prstGeom>
          <a:noFill/>
          <a:ln w="12700">
            <a:noFill/>
            <a:prstDash val="solid"/>
          </a:ln>
        </p:spPr>
        <p:txBody>
          <a:bodyPr wrap="square" lIns="0" tIns="0" rIns="0" bIns="0" anchor="b">
            <a:noAutofit/>
          </a:bodyPr>
          <a:lstStyle>
            <a:lvl1pPr algn="l">
              <a:lnSpc>
                <a:spcPct val="100000"/>
              </a:lnSpc>
              <a:defRPr sz="4800" b="0" i="0" u="none" strike="noStrike" spc="0">
                <a:solidFill>
                  <a:srgbClr val="FFFFFF">
                    <a:alpha val="100000"/>
                  </a:srgbClr>
                </a:solidFill>
                <a:latin typeface="Biennale Bold"/>
              </a:defRPr>
            </a:lvl1pPr>
          </a:lstStyle>
          <a:p>
            <a:pPr marL="0" indent="0" algn="l">
              <a:lnSpc>
                <a:spcPct val="100000"/>
              </a:lnSpc>
              <a:spcAft>
                <a:spcPts val="300"/>
              </a:spcAft>
            </a:pPr>
            <a:r>
              <a:rPr lang="en-US" sz="4800" b="0" i="0" u="none" strike="noStrike">
                <a:solidFill>
                  <a:srgbClr val="FFFFFF"/>
                </a:solidFill>
                <a:latin typeface="Biennale Bold"/>
                <a:ea typeface="Biennale Bold"/>
                <a:cs typeface="Biennale Bold"/>
                <a:sym typeface="Biennale Bold"/>
              </a:rPr>
              <a:t>Chapter title</a:t>
            </a:r>
          </a:p>
        </p:txBody>
      </p:sp>
      <p:sp>
        <p:nvSpPr>
          <p:cNvPr id="6" name="AutoShape 6"/>
          <p:cNvSpPr>
            <a:spLocks noGrp="1"/>
          </p:cNvSpPr>
          <p:nvPr>
            <p:ph type="body" sz="quarter" idx="15" hasCustomPrompt="1"/>
          </p:nvPr>
        </p:nvSpPr>
        <p:spPr>
          <a:xfrm>
            <a:off x="428625" y="2748074"/>
            <a:ext cx="5852160" cy="1216152"/>
          </a:xfrm>
          <a:prstGeom prst="rect">
            <a:avLst/>
          </a:prstGeom>
          <a:noFill/>
          <a:ln w="12700">
            <a:noFill/>
            <a:prstDash val="solid"/>
          </a:ln>
        </p:spPr>
        <p:txBody>
          <a:bodyPr wrap="square" lIns="0" tIns="0" rIns="0" bIns="0" anchor="t">
            <a:noAutofit/>
          </a:bodyPr>
          <a:lstStyle>
            <a:lvl1pPr algn="l">
              <a:lnSpc>
                <a:spcPct val="100000"/>
              </a:lnSpc>
              <a:defRPr sz="3600" b="0" i="0" u="none" strike="noStrike" spc="0">
                <a:solidFill>
                  <a:srgbClr val="3DC7FF">
                    <a:alpha val="100000"/>
                  </a:srgbClr>
                </a:solidFill>
                <a:latin typeface="Biennale Bold"/>
              </a:defRPr>
            </a:lvl1pPr>
          </a:lstStyle>
          <a:p>
            <a:pPr marL="0" indent="0" algn="l">
              <a:lnSpc>
                <a:spcPct val="100000"/>
              </a:lnSpc>
              <a:spcAft>
                <a:spcPts val="600"/>
              </a:spcAft>
            </a:pPr>
            <a:r>
              <a:rPr lang="en-US" sz="3600" b="0" i="0" u="none" strike="noStrike">
                <a:solidFill>
                  <a:srgbClr val="3DC7FF"/>
                </a:solidFill>
                <a:latin typeface="Biennale Bold"/>
                <a:ea typeface="Biennale Bold"/>
                <a:cs typeface="Biennale Bold"/>
                <a:sym typeface="Biennale Bold"/>
              </a:rPr>
              <a:t>Subtitle</a:t>
            </a:r>
          </a:p>
        </p:txBody>
      </p:sp>
      <p:sp>
        <p:nvSpPr>
          <p:cNvPr id="7" name="Freeform 7"/>
          <p:cNvSpPr/>
          <p:nvPr/>
        </p:nvSpPr>
        <p:spPr>
          <a:xfrm>
            <a:off x="10944224" y="6309897"/>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3"/>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FFFFFF">
              <a:alpha val="100000"/>
            </a:srgbClr>
          </a:solidFill>
          <a:ln w="12700" cap="flat">
            <a:noFill/>
            <a:prstDash val="solid"/>
          </a:ln>
        </p:spPr>
        <p:txBody>
          <a:bodyPr wrap="square" lIns="91440" tIns="45720" rIns="91440" bIns="45720" rtlCol="0" anchor="ctr">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Thank you">
    <p:spTree>
      <p:nvGrpSpPr>
        <p:cNvPr id="1" name=""/>
        <p:cNvGrpSpPr/>
        <p:nvPr/>
      </p:nvGrpSpPr>
      <p:grpSpPr>
        <a:xfrm>
          <a:off x="0" y="0"/>
          <a:ext cx="0" cy="0"/>
          <a:chOff x="0" y="0"/>
          <a:chExt cx="0" cy="0"/>
        </a:xfrm>
      </p:grpSpPr>
      <p:sp>
        <p:nvSpPr>
          <p:cNvPr id="2" name="AutoShape 2"/>
          <p:cNvSpPr>
            <a:spLocks noGrp="1"/>
          </p:cNvSpPr>
          <p:nvPr>
            <p:ph type="body" sz="quarter" idx="16" hasCustomPrompt="1"/>
          </p:nvPr>
        </p:nvSpPr>
        <p:spPr>
          <a:xfrm>
            <a:off x="428625" y="1189363"/>
            <a:ext cx="5370060" cy="1231106"/>
          </a:xfrm>
          <a:prstGeom prst="rect">
            <a:avLst/>
          </a:prstGeom>
          <a:noFill/>
          <a:ln w="12700">
            <a:noFill/>
            <a:prstDash val="solid"/>
          </a:ln>
        </p:spPr>
        <p:txBody>
          <a:bodyPr wrap="none" lIns="0" tIns="0" rIns="0" bIns="0" anchor="ctr">
            <a:spAutoFit/>
          </a:bodyPr>
          <a:lstStyle>
            <a:lvl1pPr algn="l">
              <a:lnSpc>
                <a:spcPct val="100000"/>
              </a:lnSpc>
              <a:defRPr sz="8000" b="0" i="0" u="none" strike="noStrike" spc="0">
                <a:solidFill>
                  <a:srgbClr val="0073E6">
                    <a:alpha val="100000"/>
                  </a:srgbClr>
                </a:solidFill>
                <a:latin typeface="Biennale Bold"/>
              </a:defRPr>
            </a:lvl1pPr>
          </a:lstStyle>
          <a:p>
            <a:pPr marL="0" indent="0" algn="l">
              <a:lnSpc>
                <a:spcPct val="100000"/>
              </a:lnSpc>
            </a:pPr>
            <a:r>
              <a:rPr lang="en-US" sz="8000" b="0" i="0" u="none" strike="noStrike">
                <a:solidFill>
                  <a:srgbClr val="0073E6"/>
                </a:solidFill>
                <a:latin typeface="Biennale Bold"/>
                <a:ea typeface="Biennale Bold"/>
                <a:cs typeface="Biennale Bold"/>
                <a:sym typeface="Biennale Bold"/>
              </a:rPr>
              <a:t>Thank you!</a:t>
            </a:r>
          </a:p>
        </p:txBody>
      </p:sp>
      <p:sp>
        <p:nvSpPr>
          <p:cNvPr id="3" name="AutoShape 3"/>
          <p:cNvSpPr/>
          <p:nvPr/>
        </p:nvSpPr>
        <p:spPr>
          <a:xfrm>
            <a:off x="428625" y="5299543"/>
            <a:ext cx="3383281" cy="615315"/>
          </a:xfrm>
          <a:prstGeom prst="rect">
            <a:avLst/>
          </a:prstGeom>
          <a:noFill/>
          <a:ln w="12700">
            <a:noFill/>
            <a:prstDash val="solid"/>
          </a:ln>
        </p:spPr>
        <p:txBody>
          <a:bodyPr wrap="square" lIns="0" tIns="0" rIns="0" bIns="0" rtlCol="0" anchor="b">
            <a:spAutoFit/>
          </a:bodyPr>
          <a:lstStyle/>
          <a:p>
            <a:pPr marL="0" indent="0" algn="l">
              <a:lnSpc>
                <a:spcPct val="100000"/>
              </a:lnSpc>
              <a:defRPr/>
            </a:pPr>
            <a:r>
              <a:rPr lang="en-US" sz="800" b="0" i="0" u="none" strike="noStrike">
                <a:solidFill>
                  <a:srgbClr val="00005C"/>
                </a:solidFill>
                <a:latin typeface="微软雅黑" panose="020B0503020204020204" charset="-122"/>
                <a:ea typeface="微软雅黑" panose="020B0503020204020204" charset="-122"/>
                <a:cs typeface="Biennale"/>
                <a:sym typeface="Biennale"/>
              </a:rPr>
              <a:t>Atos is a registered trademark of Atos SE. © 2024 Atos. Confidential information owned by Atos, to be used by the recipient only. This document, or any part of it, may not be reproduced, copied, circulated and/or distributed nor quoted without prior written approval from Atos.</a:t>
            </a:r>
          </a:p>
        </p:txBody>
      </p:sp>
      <p:sp>
        <p:nvSpPr>
          <p:cNvPr id="6" name="Freeform 6"/>
          <p:cNvSpPr/>
          <p:nvPr/>
        </p:nvSpPr>
        <p:spPr>
          <a:xfrm>
            <a:off x="9848292" y="5921362"/>
            <a:ext cx="1920640" cy="587312"/>
          </a:xfrm>
          <a:custGeom>
            <a:avLst/>
            <a:gdLst/>
            <a:ahLst/>
            <a:cxnLst/>
            <a:rect l="l" t="t" r="r" b="b"/>
            <a:pathLst>
              <a:path w="1920640" h="587312">
                <a:moveTo>
                  <a:pt x="1348345" y="334790"/>
                </a:moveTo>
                <a:cubicBezTo>
                  <a:pt x="1348345" y="263209"/>
                  <a:pt x="1299921" y="203103"/>
                  <a:pt x="1234055" y="184974"/>
                </a:cubicBezTo>
                <a:cubicBezTo>
                  <a:pt x="1229218" y="199932"/>
                  <a:pt x="1226580" y="215897"/>
                  <a:pt x="1226580" y="232468"/>
                </a:cubicBezTo>
                <a:cubicBezTo>
                  <a:pt x="1226580" y="304049"/>
                  <a:pt x="1275041" y="364156"/>
                  <a:pt x="1340870" y="382248"/>
                </a:cubicBezTo>
                <a:cubicBezTo>
                  <a:pt x="1345744" y="367290"/>
                  <a:pt x="1348345" y="351324"/>
                  <a:pt x="1348345" y="334790"/>
                </a:cubicBezTo>
                <a:moveTo>
                  <a:pt x="1462380" y="334790"/>
                </a:moveTo>
                <a:cubicBezTo>
                  <a:pt x="1462380" y="474963"/>
                  <a:pt x="1339569" y="587312"/>
                  <a:pt x="1192648" y="587312"/>
                </a:cubicBezTo>
                <a:cubicBezTo>
                  <a:pt x="1120167" y="587312"/>
                  <a:pt x="1054355" y="560457"/>
                  <a:pt x="1005896" y="516867"/>
                </a:cubicBezTo>
                <a:cubicBezTo>
                  <a:pt x="972751" y="554354"/>
                  <a:pt x="912967" y="586726"/>
                  <a:pt x="839572" y="586726"/>
                </a:cubicBezTo>
                <a:cubicBezTo>
                  <a:pt x="751976" y="586726"/>
                  <a:pt x="661723" y="546894"/>
                  <a:pt x="661723" y="425582"/>
                </a:cubicBezTo>
                <a:lnTo>
                  <a:pt x="661723" y="189520"/>
                </a:lnTo>
                <a:lnTo>
                  <a:pt x="570097" y="189520"/>
                </a:lnTo>
                <a:lnTo>
                  <a:pt x="570097" y="100085"/>
                </a:lnTo>
                <a:lnTo>
                  <a:pt x="661723" y="100085"/>
                </a:lnTo>
                <a:lnTo>
                  <a:pt x="661723" y="3501"/>
                </a:lnTo>
                <a:lnTo>
                  <a:pt x="786530" y="3501"/>
                </a:lnTo>
                <a:lnTo>
                  <a:pt x="786530" y="100085"/>
                </a:lnTo>
                <a:lnTo>
                  <a:pt x="925537" y="100085"/>
                </a:lnTo>
                <a:lnTo>
                  <a:pt x="925537" y="189520"/>
                </a:lnTo>
                <a:lnTo>
                  <a:pt x="786530" y="189520"/>
                </a:lnTo>
                <a:lnTo>
                  <a:pt x="786530" y="414089"/>
                </a:lnTo>
                <a:cubicBezTo>
                  <a:pt x="786530" y="463031"/>
                  <a:pt x="818612" y="495751"/>
                  <a:pt x="863133" y="495751"/>
                </a:cubicBezTo>
                <a:cubicBezTo>
                  <a:pt x="896002" y="495751"/>
                  <a:pt x="930520" y="481416"/>
                  <a:pt x="956079" y="456193"/>
                </a:cubicBezTo>
                <a:cubicBezTo>
                  <a:pt x="934991" y="420101"/>
                  <a:pt x="922917" y="378802"/>
                  <a:pt x="922917" y="334790"/>
                </a:cubicBezTo>
                <a:cubicBezTo>
                  <a:pt x="922917" y="224092"/>
                  <a:pt x="1000399" y="127508"/>
                  <a:pt x="1109138" y="94677"/>
                </a:cubicBezTo>
                <a:cubicBezTo>
                  <a:pt x="1086639" y="126078"/>
                  <a:pt x="1071688" y="197659"/>
                  <a:pt x="1071615" y="237106"/>
                </a:cubicBezTo>
                <a:cubicBezTo>
                  <a:pt x="1050013" y="263778"/>
                  <a:pt x="1036969" y="297798"/>
                  <a:pt x="1036969" y="334790"/>
                </a:cubicBezTo>
                <a:cubicBezTo>
                  <a:pt x="1036969" y="420668"/>
                  <a:pt x="1106720" y="490306"/>
                  <a:pt x="1192629" y="490306"/>
                </a:cubicBezTo>
                <a:cubicBezTo>
                  <a:pt x="1223869" y="490306"/>
                  <a:pt x="1252872" y="481012"/>
                  <a:pt x="1277221" y="465176"/>
                </a:cubicBezTo>
                <a:cubicBezTo>
                  <a:pt x="1180446" y="426865"/>
                  <a:pt x="1112436" y="337118"/>
                  <a:pt x="1112436" y="232487"/>
                </a:cubicBezTo>
                <a:cubicBezTo>
                  <a:pt x="1112436" y="176799"/>
                  <a:pt x="1131747" y="125344"/>
                  <a:pt x="1164341" y="83605"/>
                </a:cubicBezTo>
                <a:cubicBezTo>
                  <a:pt x="1173667" y="82727"/>
                  <a:pt x="1183066" y="82213"/>
                  <a:pt x="1192629" y="82213"/>
                </a:cubicBezTo>
                <a:cubicBezTo>
                  <a:pt x="1229878" y="82213"/>
                  <a:pt x="1265311" y="89252"/>
                  <a:pt x="1297576" y="102065"/>
                </a:cubicBezTo>
                <a:cubicBezTo>
                  <a:pt x="1297576" y="102065"/>
                  <a:pt x="1297503" y="102102"/>
                  <a:pt x="1297503" y="102138"/>
                </a:cubicBezTo>
                <a:cubicBezTo>
                  <a:pt x="1394370" y="140430"/>
                  <a:pt x="1462361" y="230141"/>
                  <a:pt x="1462361" y="334790"/>
                </a:cubicBezTo>
                <a:moveTo>
                  <a:pt x="399376" y="338254"/>
                </a:moveTo>
                <a:lnTo>
                  <a:pt x="314601" y="114456"/>
                </a:lnTo>
                <a:lnTo>
                  <a:pt x="230010" y="338254"/>
                </a:lnTo>
                <a:lnTo>
                  <a:pt x="399393" y="338254"/>
                </a:lnTo>
                <a:close/>
                <a:moveTo>
                  <a:pt x="599356" y="505210"/>
                </a:moveTo>
                <a:lnTo>
                  <a:pt x="648000" y="505210"/>
                </a:lnTo>
                <a:lnTo>
                  <a:pt x="648000" y="576680"/>
                </a:lnTo>
                <a:lnTo>
                  <a:pt x="414637" y="576680"/>
                </a:lnTo>
                <a:lnTo>
                  <a:pt x="414637" y="505210"/>
                </a:lnTo>
                <a:lnTo>
                  <a:pt x="462622" y="505210"/>
                </a:lnTo>
                <a:lnTo>
                  <a:pt x="432923" y="426773"/>
                </a:lnTo>
                <a:lnTo>
                  <a:pt x="196517" y="426773"/>
                </a:lnTo>
                <a:lnTo>
                  <a:pt x="166892" y="505210"/>
                </a:lnTo>
                <a:lnTo>
                  <a:pt x="218101" y="505210"/>
                </a:lnTo>
                <a:lnTo>
                  <a:pt x="218101" y="576680"/>
                </a:lnTo>
                <a:lnTo>
                  <a:pt x="0" y="576680"/>
                </a:lnTo>
                <a:lnTo>
                  <a:pt x="0" y="505210"/>
                </a:lnTo>
                <a:lnTo>
                  <a:pt x="51961" y="505210"/>
                </a:lnTo>
                <a:lnTo>
                  <a:pt x="214565" y="75119"/>
                </a:lnTo>
                <a:lnTo>
                  <a:pt x="149322" y="75119"/>
                </a:lnTo>
                <a:lnTo>
                  <a:pt x="149322" y="3703"/>
                </a:lnTo>
                <a:lnTo>
                  <a:pt x="409306" y="3703"/>
                </a:lnTo>
                <a:lnTo>
                  <a:pt x="599337" y="505210"/>
                </a:lnTo>
                <a:close/>
                <a:moveTo>
                  <a:pt x="1920640" y="410074"/>
                </a:moveTo>
                <a:cubicBezTo>
                  <a:pt x="1920640" y="527665"/>
                  <a:pt x="1807120" y="587019"/>
                  <a:pt x="1673299" y="587019"/>
                </a:cubicBezTo>
                <a:cubicBezTo>
                  <a:pt x="1585702" y="587019"/>
                  <a:pt x="1507616" y="568670"/>
                  <a:pt x="1442207" y="534996"/>
                </a:cubicBezTo>
                <a:cubicBezTo>
                  <a:pt x="1459210" y="511846"/>
                  <a:pt x="1484914" y="471371"/>
                  <a:pt x="1496879" y="447322"/>
                </a:cubicBezTo>
                <a:cubicBezTo>
                  <a:pt x="1541052" y="464497"/>
                  <a:pt x="1612946" y="485083"/>
                  <a:pt x="1677824" y="485083"/>
                </a:cubicBezTo>
                <a:cubicBezTo>
                  <a:pt x="1742700" y="485083"/>
                  <a:pt x="1790666" y="460336"/>
                  <a:pt x="1790666" y="427121"/>
                </a:cubicBezTo>
                <a:cubicBezTo>
                  <a:pt x="1790666" y="398233"/>
                  <a:pt x="1780076" y="375630"/>
                  <a:pt x="1679307" y="346229"/>
                </a:cubicBezTo>
                <a:cubicBezTo>
                  <a:pt x="1548821" y="308247"/>
                  <a:pt x="1475113" y="270266"/>
                  <a:pt x="1475113" y="167651"/>
                </a:cubicBezTo>
                <a:cubicBezTo>
                  <a:pt x="1475113" y="59703"/>
                  <a:pt x="1581214" y="0"/>
                  <a:pt x="1715621" y="0"/>
                </a:cubicBezTo>
                <a:cubicBezTo>
                  <a:pt x="1773646" y="0"/>
                  <a:pt x="1843122" y="12098"/>
                  <a:pt x="1888358" y="22272"/>
                </a:cubicBezTo>
                <a:lnTo>
                  <a:pt x="1881596" y="179456"/>
                </a:lnTo>
                <a:lnTo>
                  <a:pt x="1785958" y="177825"/>
                </a:lnTo>
                <a:lnTo>
                  <a:pt x="1786416" y="99663"/>
                </a:lnTo>
                <a:cubicBezTo>
                  <a:pt x="1772290" y="96749"/>
                  <a:pt x="1751971" y="94310"/>
                  <a:pt x="1723847" y="94310"/>
                </a:cubicBezTo>
                <a:cubicBezTo>
                  <a:pt x="1651128" y="94310"/>
                  <a:pt x="1601111" y="117756"/>
                  <a:pt x="1601111" y="157331"/>
                </a:cubicBezTo>
                <a:cubicBezTo>
                  <a:pt x="1601111" y="185359"/>
                  <a:pt x="1629821" y="211774"/>
                  <a:pt x="1731286" y="242349"/>
                </a:cubicBezTo>
                <a:cubicBezTo>
                  <a:pt x="1861974" y="281668"/>
                  <a:pt x="1920585" y="318660"/>
                  <a:pt x="1920585" y="410037"/>
                </a:cubicBezTo>
              </a:path>
            </a:pathLst>
          </a:custGeom>
          <a:solidFill>
            <a:srgbClr val="0073E6">
              <a:alpha val="100000"/>
            </a:srgbClr>
          </a:solidFill>
          <a:ln w="12700" cap="flat">
            <a:noFill/>
            <a:prstDash val="solid"/>
          </a:ln>
        </p:spPr>
        <p:txBody>
          <a:bodyPr wrap="square" lIns="91440" tIns="45720" rIns="91440" bIns="45720" rtlCol="0" anchor="ctr">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s only">
    <p:spTree>
      <p:nvGrpSpPr>
        <p:cNvPr id="1" name=""/>
        <p:cNvGrpSpPr/>
        <p:nvPr/>
      </p:nvGrpSpPr>
      <p:grpSpPr>
        <a:xfrm>
          <a:off x="0" y="0"/>
          <a:ext cx="0" cy="0"/>
          <a:chOff x="0" y="0"/>
          <a:chExt cx="0" cy="0"/>
        </a:xfrm>
      </p:grpSpPr>
      <p:sp>
        <p:nvSpPr>
          <p:cNvPr id="2" name="AutoShape 2"/>
          <p:cNvSpPr>
            <a:spLocks noGrp="1"/>
          </p:cNvSpPr>
          <p:nvPr>
            <p:ph type="body" sz="quarter" idx="18" hasCustomPrompt="1"/>
          </p:nvPr>
        </p:nvSpPr>
        <p:spPr>
          <a:xfrm>
            <a:off x="303548" y="164637"/>
            <a:ext cx="11436096" cy="338554"/>
          </a:xfrm>
          <a:prstGeom prst="rect">
            <a:avLst/>
          </a:prstGeom>
          <a:noFill/>
          <a:ln w="12700">
            <a:noFill/>
            <a:prstDash val="solid"/>
          </a:ln>
        </p:spPr>
        <p:txBody>
          <a:bodyPr wrap="square" lIns="0" tIns="0" rIns="0" bIns="0" anchor="t">
            <a:noAutofit/>
          </a:bodyPr>
          <a:lstStyle>
            <a:lvl1pPr algn="l">
              <a:lnSpc>
                <a:spcPct val="100000"/>
              </a:lnSpc>
              <a:defRPr sz="2800" b="0" i="0" u="none" strike="noStrike" spc="0">
                <a:solidFill>
                  <a:srgbClr val="0073E6">
                    <a:alpha val="100000"/>
                  </a:srgbClr>
                </a:solidFill>
                <a:latin typeface="Biennale Bold"/>
              </a:defRPr>
            </a:lvl1pPr>
          </a:lstStyle>
          <a:p>
            <a:pPr marL="0" indent="0" algn="l">
              <a:lnSpc>
                <a:spcPct val="100000"/>
              </a:lnSpc>
            </a:pPr>
            <a:r>
              <a:rPr lang="en-US" sz="2800" b="0" i="0" u="none" strike="noStrike">
                <a:solidFill>
                  <a:srgbClr val="0073E6"/>
                </a:solidFill>
                <a:latin typeface="Biennale Bold"/>
                <a:ea typeface="Biennale Bold"/>
                <a:cs typeface="Biennale Bold"/>
                <a:sym typeface="Biennale Bold"/>
              </a:rPr>
              <a:t>Title in Raleway SemiBold 20pt</a:t>
            </a:r>
          </a:p>
        </p:txBody>
      </p:sp>
      <p:sp>
        <p:nvSpPr>
          <p:cNvPr id="3" name="AutoShape 3"/>
          <p:cNvSpPr>
            <a:spLocks noGrp="1"/>
          </p:cNvSpPr>
          <p:nvPr>
            <p:ph type="body" sz="quarter" idx="19" hasCustomPrompt="1"/>
          </p:nvPr>
        </p:nvSpPr>
        <p:spPr>
          <a:xfrm>
            <a:off x="303547" y="556610"/>
            <a:ext cx="11436096" cy="580529"/>
          </a:xfrm>
          <a:prstGeom prst="rect">
            <a:avLst/>
          </a:prstGeom>
          <a:noFill/>
          <a:ln w="12700">
            <a:noFill/>
            <a:prstDash val="solid"/>
          </a:ln>
        </p:spPr>
        <p:txBody>
          <a:bodyPr wrap="square" lIns="0" tIns="0" rIns="0" bIns="0" anchor="t">
            <a:noAutofit/>
          </a:bodyPr>
          <a:lstStyle>
            <a:lvl1pPr algn="l">
              <a:lnSpc>
                <a:spcPct val="100000"/>
              </a:lnSpc>
              <a:defRPr sz="2135" b="0" i="0" u="none" strike="noStrike" spc="0">
                <a:solidFill>
                  <a:srgbClr val="0596FF">
                    <a:alpha val="100000"/>
                  </a:srgbClr>
                </a:solidFill>
                <a:latin typeface="Biennale Bold"/>
              </a:defRPr>
            </a:lvl1pPr>
          </a:lstStyle>
          <a:p>
            <a:pPr marL="0" indent="0" algn="l">
              <a:lnSpc>
                <a:spcPct val="100000"/>
              </a:lnSpc>
              <a:spcAft>
                <a:spcPts val="600"/>
              </a:spcAft>
            </a:pPr>
            <a:r>
              <a:rPr lang="en-US" sz="2135" b="0" i="0" u="none" strike="noStrike">
                <a:solidFill>
                  <a:srgbClr val="0596FF"/>
                </a:solidFill>
                <a:latin typeface="Biennale Bold"/>
                <a:ea typeface="Biennale Bold"/>
                <a:cs typeface="Biennale Bold"/>
                <a:sym typeface="Biennale Bold"/>
              </a:rPr>
              <a:t>Subtitle in Raleway SemiBold 16pt</a:t>
            </a:r>
          </a:p>
        </p:txBody>
      </p:sp>
      <p:pic>
        <p:nvPicPr>
          <p:cNvPr id="4" name="Picture 4"/>
          <p:cNvPicPr>
            <a:picLocks noChangeAspect="1"/>
          </p:cNvPicPr>
          <p:nvPr/>
        </p:nvPicPr>
        <p:blipFill>
          <a:blip r:embed="rId2"/>
          <a:srcRect/>
          <a:stretch>
            <a:fillRect/>
          </a:stretch>
        </p:blipFill>
        <p:spPr>
          <a:xfrm>
            <a:off x="287947" y="6412870"/>
            <a:ext cx="1742736" cy="343961"/>
          </a:xfrm>
          <a:prstGeom prst="rect">
            <a:avLst/>
          </a:prstGeom>
          <a:ln w="12700">
            <a:noFill/>
            <a:prstDash val="solid"/>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Agenda 1">
    <p:spTree>
      <p:nvGrpSpPr>
        <p:cNvPr id="1" name=""/>
        <p:cNvGrpSpPr/>
        <p:nvPr/>
      </p:nvGrpSpPr>
      <p:grpSpPr>
        <a:xfrm>
          <a:off x="0" y="0"/>
          <a:ext cx="0" cy="0"/>
          <a:chOff x="0" y="0"/>
          <a:chExt cx="0" cy="0"/>
        </a:xfrm>
      </p:grpSpPr>
      <p:pic>
        <p:nvPicPr>
          <p:cNvPr id="2"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1117917" y="1285493"/>
            <a:ext cx="1545853" cy="1545853"/>
          </a:xfrm>
          <a:prstGeom prst="rect">
            <a:avLst/>
          </a:prstGeom>
        </p:spPr>
      </p:pic>
      <p:sp>
        <p:nvSpPr>
          <p:cNvPr id="3" name="AutoShape 3"/>
          <p:cNvSpPr>
            <a:spLocks noGrp="1"/>
          </p:cNvSpPr>
          <p:nvPr>
            <p:ph type="body" sz="quarter" idx="20" hasCustomPrompt="1"/>
          </p:nvPr>
        </p:nvSpPr>
        <p:spPr>
          <a:xfrm>
            <a:off x="2954745" y="1446367"/>
            <a:ext cx="343043" cy="369332"/>
          </a:xfrm>
          <a:prstGeom prst="rect">
            <a:avLst/>
          </a:prstGeom>
          <a:noFill/>
          <a:ln w="12700">
            <a:noFill/>
            <a:prstDash val="solid"/>
          </a:ln>
        </p:spPr>
        <p:txBody>
          <a:bodyPr wrap="none" lIns="0" tIns="0" rIns="0" bIns="0" anchor="t">
            <a:spAutoFit/>
          </a:bodyPr>
          <a:lstStyle>
            <a:lvl1pPr algn="l">
              <a:lnSpc>
                <a:spcPct val="100000"/>
              </a:lnSpc>
              <a:defRPr sz="2400" b="0" i="0" u="none" strike="noStrike" spc="0">
                <a:solidFill>
                  <a:srgbClr val="0073E6">
                    <a:alpha val="100000"/>
                  </a:srgbClr>
                </a:solidFill>
                <a:latin typeface="Biennale Bold"/>
              </a:defRPr>
            </a:lvl1pPr>
          </a:lstStyle>
          <a:p>
            <a:pPr marL="0" indent="0" algn="l">
              <a:lnSpc>
                <a:spcPct val="100000"/>
              </a:lnSpc>
            </a:pPr>
            <a:r>
              <a:rPr lang="en-US" sz="2400" b="0" i="0" u="none" strike="noStrike">
                <a:solidFill>
                  <a:srgbClr val="0073E6"/>
                </a:solidFill>
                <a:latin typeface="Biennale Bold"/>
                <a:ea typeface="Biennale Bold"/>
                <a:cs typeface="Biennale Bold"/>
                <a:sym typeface="Biennale Bold"/>
              </a:rPr>
              <a:t>01</a:t>
            </a:r>
          </a:p>
        </p:txBody>
      </p:sp>
      <p:sp>
        <p:nvSpPr>
          <p:cNvPr id="4" name="AutoShape 4"/>
          <p:cNvSpPr>
            <a:spLocks noGrp="1"/>
          </p:cNvSpPr>
          <p:nvPr>
            <p:ph type="body" sz="quarter" idx="21" hasCustomPrompt="1"/>
          </p:nvPr>
        </p:nvSpPr>
        <p:spPr>
          <a:xfrm>
            <a:off x="3674348" y="1446367"/>
            <a:ext cx="7521210" cy="822960"/>
          </a:xfrm>
          <a:prstGeom prst="rect">
            <a:avLst/>
          </a:prstGeom>
          <a:noFill/>
          <a:ln w="12700">
            <a:noFill/>
            <a:prstDash val="solid"/>
          </a:ln>
        </p:spPr>
        <p:txBody>
          <a:bodyPr wrap="none" lIns="0" tIns="0" rIns="0" bIns="0" anchor="t">
            <a:noAutofit/>
          </a:bodyPr>
          <a:lstStyle>
            <a:lvl1pPr algn="l">
              <a:lnSpc>
                <a:spcPct val="100000"/>
              </a:lnSpc>
              <a:defRPr sz="2400" b="0" i="0" u="none" strike="noStrike" spc="0">
                <a:solidFill>
                  <a:srgbClr val="00005C">
                    <a:alpha val="100000"/>
                  </a:srgbClr>
                </a:solidFill>
                <a:latin typeface="Biennale Medium"/>
              </a:defRPr>
            </a:lvl1pPr>
          </a:lstStyle>
          <a:p>
            <a:pPr marL="0" indent="0" algn="l">
              <a:lnSpc>
                <a:spcPct val="100000"/>
              </a:lnSpc>
            </a:pPr>
            <a:r>
              <a:rPr lang="en-US" sz="2400" b="0" i="0" u="none" strike="noStrike">
                <a:solidFill>
                  <a:srgbClr val="00005C"/>
                </a:solidFill>
                <a:latin typeface="Biennale Medium"/>
                <a:ea typeface="Biennale Medium"/>
                <a:cs typeface="Biennale Medium"/>
                <a:sym typeface="Biennale Medium"/>
              </a:rPr>
              <a:t>Chapter title example</a:t>
            </a:r>
          </a:p>
        </p:txBody>
      </p:sp>
      <p:sp>
        <p:nvSpPr>
          <p:cNvPr id="5" name="AutoShape 5"/>
          <p:cNvSpPr>
            <a:spLocks noGrp="1"/>
          </p:cNvSpPr>
          <p:nvPr>
            <p:ph type="body" sz="quarter" idx="22" hasCustomPrompt="1"/>
          </p:nvPr>
        </p:nvSpPr>
        <p:spPr>
          <a:xfrm>
            <a:off x="11406268" y="1446367"/>
            <a:ext cx="355867" cy="307777"/>
          </a:xfrm>
          <a:prstGeom prst="rect">
            <a:avLst/>
          </a:prstGeom>
          <a:noFill/>
          <a:ln w="12700">
            <a:noFill/>
            <a:prstDash val="solid"/>
          </a:ln>
        </p:spPr>
        <p:txBody>
          <a:bodyPr wrap="none" lIns="0" tIns="0" rIns="0" bIns="0" anchor="t">
            <a:spAutoFit/>
          </a:bodyPr>
          <a:lstStyle>
            <a:lvl1pPr algn="r">
              <a:lnSpc>
                <a:spcPct val="100000"/>
              </a:lnSpc>
              <a:defRPr sz="2000" b="0" i="0" u="none" strike="noStrike" spc="0">
                <a:solidFill>
                  <a:srgbClr val="00005C">
                    <a:alpha val="100000"/>
                  </a:srgbClr>
                </a:solidFill>
                <a:latin typeface="Biennale Medium"/>
              </a:defRPr>
            </a:lvl1pPr>
          </a:lstStyle>
          <a:p>
            <a:pPr marL="0" indent="0" algn="r">
              <a:lnSpc>
                <a:spcPct val="100000"/>
              </a:lnSpc>
            </a:pPr>
            <a:r>
              <a:rPr lang="en-US" sz="2000" b="0" i="0" u="none" strike="noStrike">
                <a:solidFill>
                  <a:srgbClr val="00005C"/>
                </a:solidFill>
                <a:latin typeface="Biennale Medium"/>
                <a:ea typeface="Biennale Medium"/>
                <a:cs typeface="Biennale Medium"/>
                <a:sym typeface="Biennale Medium"/>
              </a:rPr>
              <a:t>00</a:t>
            </a:r>
          </a:p>
        </p:txBody>
      </p:sp>
      <p:sp>
        <p:nvSpPr>
          <p:cNvPr id="6" name="AutoShape 6"/>
          <p:cNvSpPr>
            <a:spLocks noGrp="1"/>
          </p:cNvSpPr>
          <p:nvPr>
            <p:ph type="body" sz="quarter" idx="23" hasCustomPrompt="1"/>
          </p:nvPr>
        </p:nvSpPr>
        <p:spPr>
          <a:xfrm>
            <a:off x="2954745" y="2713569"/>
            <a:ext cx="395942" cy="369332"/>
          </a:xfrm>
          <a:prstGeom prst="rect">
            <a:avLst/>
          </a:prstGeom>
          <a:noFill/>
          <a:ln w="12700">
            <a:noFill/>
            <a:prstDash val="solid"/>
          </a:ln>
        </p:spPr>
        <p:txBody>
          <a:bodyPr wrap="none" lIns="0" tIns="0" rIns="0" bIns="0" anchor="t">
            <a:spAutoFit/>
          </a:bodyPr>
          <a:lstStyle>
            <a:lvl1pPr algn="l">
              <a:lnSpc>
                <a:spcPct val="100000"/>
              </a:lnSpc>
              <a:defRPr sz="2400" b="0" i="0" u="none" strike="noStrike" spc="0">
                <a:solidFill>
                  <a:srgbClr val="0073E6">
                    <a:alpha val="100000"/>
                  </a:srgbClr>
                </a:solidFill>
                <a:latin typeface="Biennale Bold"/>
              </a:defRPr>
            </a:lvl1pPr>
          </a:lstStyle>
          <a:p>
            <a:pPr marL="0" indent="0" algn="l">
              <a:lnSpc>
                <a:spcPct val="100000"/>
              </a:lnSpc>
            </a:pPr>
            <a:r>
              <a:rPr lang="en-US" sz="2400" b="0" i="0" u="none" strike="noStrike">
                <a:solidFill>
                  <a:srgbClr val="0073E6"/>
                </a:solidFill>
                <a:latin typeface="Biennale Bold"/>
                <a:ea typeface="Biennale Bold"/>
                <a:cs typeface="Biennale Bold"/>
                <a:sym typeface="Biennale Bold"/>
              </a:rPr>
              <a:t>02</a:t>
            </a:r>
          </a:p>
        </p:txBody>
      </p:sp>
      <p:sp>
        <p:nvSpPr>
          <p:cNvPr id="7" name="AutoShape 7"/>
          <p:cNvSpPr>
            <a:spLocks noGrp="1"/>
          </p:cNvSpPr>
          <p:nvPr>
            <p:ph type="body" sz="quarter" idx="24" hasCustomPrompt="1"/>
          </p:nvPr>
        </p:nvSpPr>
        <p:spPr>
          <a:xfrm>
            <a:off x="3674348" y="2713569"/>
            <a:ext cx="7521210" cy="822960"/>
          </a:xfrm>
          <a:prstGeom prst="rect">
            <a:avLst/>
          </a:prstGeom>
          <a:noFill/>
          <a:ln w="12700">
            <a:noFill/>
            <a:prstDash val="solid"/>
          </a:ln>
        </p:spPr>
        <p:txBody>
          <a:bodyPr wrap="none" lIns="0" tIns="0" rIns="0" bIns="0" anchor="t">
            <a:noAutofit/>
          </a:bodyPr>
          <a:lstStyle>
            <a:lvl1pPr algn="l">
              <a:lnSpc>
                <a:spcPct val="100000"/>
              </a:lnSpc>
              <a:defRPr sz="2400" b="0" i="0" u="none" strike="noStrike" spc="0">
                <a:solidFill>
                  <a:srgbClr val="00005C">
                    <a:alpha val="100000"/>
                  </a:srgbClr>
                </a:solidFill>
                <a:latin typeface="Biennale Medium"/>
              </a:defRPr>
            </a:lvl1pPr>
          </a:lstStyle>
          <a:p>
            <a:pPr marL="0" indent="0" algn="l">
              <a:lnSpc>
                <a:spcPct val="100000"/>
              </a:lnSpc>
            </a:pPr>
            <a:r>
              <a:rPr lang="en-US" sz="2400" b="0" i="0" u="none" strike="noStrike">
                <a:solidFill>
                  <a:srgbClr val="00005C"/>
                </a:solidFill>
                <a:latin typeface="Biennale Medium"/>
                <a:ea typeface="Biennale Medium"/>
                <a:cs typeface="Biennale Medium"/>
                <a:sym typeface="Biennale Medium"/>
              </a:rPr>
              <a:t>Chapter title example</a:t>
            </a:r>
          </a:p>
        </p:txBody>
      </p:sp>
      <p:sp>
        <p:nvSpPr>
          <p:cNvPr id="8" name="AutoShape 8"/>
          <p:cNvSpPr>
            <a:spLocks noGrp="1"/>
          </p:cNvSpPr>
          <p:nvPr>
            <p:ph type="body" sz="quarter" idx="25" hasCustomPrompt="1"/>
          </p:nvPr>
        </p:nvSpPr>
        <p:spPr>
          <a:xfrm>
            <a:off x="11406268" y="2713569"/>
            <a:ext cx="355867" cy="307777"/>
          </a:xfrm>
          <a:prstGeom prst="rect">
            <a:avLst/>
          </a:prstGeom>
          <a:noFill/>
          <a:ln w="12700">
            <a:noFill/>
            <a:prstDash val="solid"/>
          </a:ln>
        </p:spPr>
        <p:txBody>
          <a:bodyPr wrap="none" lIns="0" tIns="0" rIns="0" bIns="0" anchor="t">
            <a:spAutoFit/>
          </a:bodyPr>
          <a:lstStyle>
            <a:lvl1pPr algn="r">
              <a:lnSpc>
                <a:spcPct val="100000"/>
              </a:lnSpc>
              <a:defRPr sz="2000" b="0" i="0" u="none" strike="noStrike" spc="0">
                <a:solidFill>
                  <a:srgbClr val="00005C">
                    <a:alpha val="100000"/>
                  </a:srgbClr>
                </a:solidFill>
                <a:latin typeface="Biennale Medium"/>
              </a:defRPr>
            </a:lvl1pPr>
          </a:lstStyle>
          <a:p>
            <a:pPr marL="0" indent="0" algn="r">
              <a:lnSpc>
                <a:spcPct val="100000"/>
              </a:lnSpc>
            </a:pPr>
            <a:r>
              <a:rPr lang="en-US" sz="2000" b="0" i="0" u="none" strike="noStrike">
                <a:solidFill>
                  <a:srgbClr val="00005C"/>
                </a:solidFill>
                <a:latin typeface="Biennale Medium"/>
                <a:ea typeface="Biennale Medium"/>
                <a:cs typeface="Biennale Medium"/>
                <a:sym typeface="Biennale Medium"/>
              </a:rPr>
              <a:t>00</a:t>
            </a:r>
          </a:p>
        </p:txBody>
      </p:sp>
      <p:sp>
        <p:nvSpPr>
          <p:cNvPr id="9" name="AutoShape 9"/>
          <p:cNvSpPr>
            <a:spLocks noGrp="1"/>
          </p:cNvSpPr>
          <p:nvPr>
            <p:ph type="body" sz="quarter" idx="26" hasCustomPrompt="1"/>
          </p:nvPr>
        </p:nvSpPr>
        <p:spPr>
          <a:xfrm>
            <a:off x="2954745" y="3980771"/>
            <a:ext cx="397545" cy="369332"/>
          </a:xfrm>
          <a:prstGeom prst="rect">
            <a:avLst/>
          </a:prstGeom>
          <a:noFill/>
          <a:ln w="12700">
            <a:noFill/>
            <a:prstDash val="solid"/>
          </a:ln>
        </p:spPr>
        <p:txBody>
          <a:bodyPr wrap="none" lIns="0" tIns="0" rIns="0" bIns="0" anchor="t">
            <a:spAutoFit/>
          </a:bodyPr>
          <a:lstStyle>
            <a:lvl1pPr algn="l">
              <a:lnSpc>
                <a:spcPct val="100000"/>
              </a:lnSpc>
              <a:defRPr sz="2400" b="0" i="0" u="none" strike="noStrike" spc="0">
                <a:solidFill>
                  <a:srgbClr val="0073E6">
                    <a:alpha val="100000"/>
                  </a:srgbClr>
                </a:solidFill>
                <a:latin typeface="Biennale Bold"/>
              </a:defRPr>
            </a:lvl1pPr>
          </a:lstStyle>
          <a:p>
            <a:pPr marL="0" indent="0" algn="l">
              <a:lnSpc>
                <a:spcPct val="100000"/>
              </a:lnSpc>
            </a:pPr>
            <a:r>
              <a:rPr lang="en-US" sz="2400" b="0" i="0" u="none" strike="noStrike">
                <a:solidFill>
                  <a:srgbClr val="0073E6"/>
                </a:solidFill>
                <a:latin typeface="Biennale Bold"/>
                <a:ea typeface="Biennale Bold"/>
                <a:cs typeface="Biennale Bold"/>
                <a:sym typeface="Biennale Bold"/>
              </a:rPr>
              <a:t>03</a:t>
            </a:r>
          </a:p>
        </p:txBody>
      </p:sp>
      <p:sp>
        <p:nvSpPr>
          <p:cNvPr id="10" name="AutoShape 10"/>
          <p:cNvSpPr>
            <a:spLocks noGrp="1"/>
          </p:cNvSpPr>
          <p:nvPr>
            <p:ph type="body" sz="quarter" idx="27" hasCustomPrompt="1"/>
          </p:nvPr>
        </p:nvSpPr>
        <p:spPr>
          <a:xfrm>
            <a:off x="3674348" y="3980771"/>
            <a:ext cx="7521210" cy="822960"/>
          </a:xfrm>
          <a:prstGeom prst="rect">
            <a:avLst/>
          </a:prstGeom>
          <a:noFill/>
          <a:ln w="12700">
            <a:noFill/>
            <a:prstDash val="solid"/>
          </a:ln>
        </p:spPr>
        <p:txBody>
          <a:bodyPr wrap="none" lIns="0" tIns="0" rIns="0" bIns="0" anchor="t">
            <a:noAutofit/>
          </a:bodyPr>
          <a:lstStyle>
            <a:lvl1pPr algn="l">
              <a:lnSpc>
                <a:spcPct val="100000"/>
              </a:lnSpc>
              <a:defRPr sz="2400" b="0" i="0" u="none" strike="noStrike" spc="0">
                <a:solidFill>
                  <a:srgbClr val="00005C">
                    <a:alpha val="100000"/>
                  </a:srgbClr>
                </a:solidFill>
                <a:latin typeface="Biennale Medium"/>
              </a:defRPr>
            </a:lvl1pPr>
          </a:lstStyle>
          <a:p>
            <a:pPr marL="0" indent="0" algn="l">
              <a:lnSpc>
                <a:spcPct val="100000"/>
              </a:lnSpc>
            </a:pPr>
            <a:r>
              <a:rPr lang="en-US" sz="2400" b="0" i="0" u="none" strike="noStrike">
                <a:solidFill>
                  <a:srgbClr val="00005C"/>
                </a:solidFill>
                <a:latin typeface="Biennale Medium"/>
                <a:ea typeface="Biennale Medium"/>
                <a:cs typeface="Biennale Medium"/>
                <a:sym typeface="Biennale Medium"/>
              </a:rPr>
              <a:t>Chapter title example</a:t>
            </a:r>
          </a:p>
        </p:txBody>
      </p:sp>
      <p:sp>
        <p:nvSpPr>
          <p:cNvPr id="11" name="AutoShape 11"/>
          <p:cNvSpPr>
            <a:spLocks noGrp="1"/>
          </p:cNvSpPr>
          <p:nvPr>
            <p:ph type="body" sz="quarter" idx="28" hasCustomPrompt="1"/>
          </p:nvPr>
        </p:nvSpPr>
        <p:spPr>
          <a:xfrm>
            <a:off x="11406268" y="3980771"/>
            <a:ext cx="355867" cy="307777"/>
          </a:xfrm>
          <a:prstGeom prst="rect">
            <a:avLst/>
          </a:prstGeom>
          <a:noFill/>
          <a:ln w="12700">
            <a:noFill/>
            <a:prstDash val="solid"/>
          </a:ln>
        </p:spPr>
        <p:txBody>
          <a:bodyPr wrap="none" lIns="0" tIns="0" rIns="0" bIns="0" anchor="t">
            <a:spAutoFit/>
          </a:bodyPr>
          <a:lstStyle>
            <a:lvl1pPr algn="r">
              <a:lnSpc>
                <a:spcPct val="100000"/>
              </a:lnSpc>
              <a:defRPr sz="2000" b="0" i="0" u="none" strike="noStrike" spc="0">
                <a:solidFill>
                  <a:srgbClr val="00005C">
                    <a:alpha val="100000"/>
                  </a:srgbClr>
                </a:solidFill>
                <a:latin typeface="Biennale Medium"/>
              </a:defRPr>
            </a:lvl1pPr>
          </a:lstStyle>
          <a:p>
            <a:pPr marL="0" indent="0" algn="r">
              <a:lnSpc>
                <a:spcPct val="100000"/>
              </a:lnSpc>
            </a:pPr>
            <a:r>
              <a:rPr lang="en-US" sz="2000" b="0" i="0" u="none" strike="noStrike">
                <a:solidFill>
                  <a:srgbClr val="00005C"/>
                </a:solidFill>
                <a:latin typeface="Biennale Medium"/>
                <a:ea typeface="Biennale Medium"/>
                <a:cs typeface="Biennale Medium"/>
                <a:sym typeface="Biennale Medium"/>
              </a:rPr>
              <a:t>00</a:t>
            </a:r>
          </a:p>
        </p:txBody>
      </p:sp>
      <p:sp>
        <p:nvSpPr>
          <p:cNvPr id="12" name="AutoShape 12"/>
          <p:cNvSpPr>
            <a:spLocks noGrp="1"/>
          </p:cNvSpPr>
          <p:nvPr>
            <p:ph type="body" sz="quarter" idx="29" hasCustomPrompt="1"/>
          </p:nvPr>
        </p:nvSpPr>
        <p:spPr>
          <a:xfrm>
            <a:off x="2954745" y="5247973"/>
            <a:ext cx="403957" cy="369332"/>
          </a:xfrm>
          <a:prstGeom prst="rect">
            <a:avLst/>
          </a:prstGeom>
          <a:noFill/>
          <a:ln w="12700">
            <a:noFill/>
            <a:prstDash val="solid"/>
          </a:ln>
        </p:spPr>
        <p:txBody>
          <a:bodyPr wrap="none" lIns="0" tIns="0" rIns="0" bIns="0" anchor="t">
            <a:spAutoFit/>
          </a:bodyPr>
          <a:lstStyle>
            <a:lvl1pPr algn="l">
              <a:lnSpc>
                <a:spcPct val="100000"/>
              </a:lnSpc>
              <a:defRPr sz="2400" b="0" i="0" u="none" strike="noStrike" spc="0">
                <a:solidFill>
                  <a:srgbClr val="0073E6">
                    <a:alpha val="100000"/>
                  </a:srgbClr>
                </a:solidFill>
                <a:latin typeface="Biennale Bold"/>
              </a:defRPr>
            </a:lvl1pPr>
          </a:lstStyle>
          <a:p>
            <a:pPr marL="0" indent="0" algn="l">
              <a:lnSpc>
                <a:spcPct val="100000"/>
              </a:lnSpc>
            </a:pPr>
            <a:r>
              <a:rPr lang="en-US" sz="2400" b="0" i="0" u="none" strike="noStrike">
                <a:solidFill>
                  <a:srgbClr val="0073E6"/>
                </a:solidFill>
                <a:latin typeface="Biennale Bold"/>
                <a:ea typeface="Biennale Bold"/>
                <a:cs typeface="Biennale Bold"/>
                <a:sym typeface="Biennale Bold"/>
              </a:rPr>
              <a:t>04</a:t>
            </a:r>
          </a:p>
        </p:txBody>
      </p:sp>
      <p:sp>
        <p:nvSpPr>
          <p:cNvPr id="13" name="AutoShape 13"/>
          <p:cNvSpPr>
            <a:spLocks noGrp="1"/>
          </p:cNvSpPr>
          <p:nvPr>
            <p:ph type="body" sz="quarter" idx="30" hasCustomPrompt="1"/>
          </p:nvPr>
        </p:nvSpPr>
        <p:spPr>
          <a:xfrm>
            <a:off x="3674348" y="5247973"/>
            <a:ext cx="7521210" cy="822960"/>
          </a:xfrm>
          <a:prstGeom prst="rect">
            <a:avLst/>
          </a:prstGeom>
          <a:noFill/>
          <a:ln w="12700">
            <a:noFill/>
            <a:prstDash val="solid"/>
          </a:ln>
        </p:spPr>
        <p:txBody>
          <a:bodyPr wrap="none" lIns="0" tIns="0" rIns="0" bIns="0" anchor="t">
            <a:noAutofit/>
          </a:bodyPr>
          <a:lstStyle>
            <a:lvl1pPr algn="l">
              <a:lnSpc>
                <a:spcPct val="100000"/>
              </a:lnSpc>
              <a:defRPr sz="2400" b="0" i="0" u="none" strike="noStrike" spc="0">
                <a:solidFill>
                  <a:srgbClr val="00005C">
                    <a:alpha val="100000"/>
                  </a:srgbClr>
                </a:solidFill>
                <a:latin typeface="Biennale Medium"/>
              </a:defRPr>
            </a:lvl1pPr>
          </a:lstStyle>
          <a:p>
            <a:pPr marL="0" indent="0" algn="l">
              <a:lnSpc>
                <a:spcPct val="100000"/>
              </a:lnSpc>
            </a:pPr>
            <a:r>
              <a:rPr lang="en-US" sz="2400" b="0" i="0" u="none" strike="noStrike">
                <a:solidFill>
                  <a:srgbClr val="00005C"/>
                </a:solidFill>
                <a:latin typeface="Biennale Medium"/>
                <a:ea typeface="Biennale Medium"/>
                <a:cs typeface="Biennale Medium"/>
                <a:sym typeface="Biennale Medium"/>
              </a:rPr>
              <a:t>Chapter title example</a:t>
            </a:r>
          </a:p>
        </p:txBody>
      </p:sp>
      <p:sp>
        <p:nvSpPr>
          <p:cNvPr id="14" name="AutoShape 14"/>
          <p:cNvSpPr>
            <a:spLocks noGrp="1"/>
          </p:cNvSpPr>
          <p:nvPr>
            <p:ph type="body" sz="quarter" idx="31" hasCustomPrompt="1"/>
          </p:nvPr>
        </p:nvSpPr>
        <p:spPr>
          <a:xfrm>
            <a:off x="11406268" y="5247973"/>
            <a:ext cx="355867" cy="307777"/>
          </a:xfrm>
          <a:prstGeom prst="rect">
            <a:avLst/>
          </a:prstGeom>
          <a:noFill/>
          <a:ln w="12700">
            <a:noFill/>
            <a:prstDash val="solid"/>
          </a:ln>
        </p:spPr>
        <p:txBody>
          <a:bodyPr wrap="none" lIns="0" tIns="0" rIns="0" bIns="0" anchor="t">
            <a:spAutoFit/>
          </a:bodyPr>
          <a:lstStyle>
            <a:lvl1pPr algn="r">
              <a:lnSpc>
                <a:spcPct val="100000"/>
              </a:lnSpc>
              <a:defRPr sz="2000" b="0" i="0" u="none" strike="noStrike" spc="0">
                <a:solidFill>
                  <a:srgbClr val="00005C">
                    <a:alpha val="100000"/>
                  </a:srgbClr>
                </a:solidFill>
                <a:latin typeface="Biennale Medium"/>
              </a:defRPr>
            </a:lvl1pPr>
          </a:lstStyle>
          <a:p>
            <a:pPr marL="0" indent="0" algn="r">
              <a:lnSpc>
                <a:spcPct val="100000"/>
              </a:lnSpc>
            </a:pPr>
            <a:r>
              <a:rPr lang="en-US" sz="2000" b="0" i="0" u="none" strike="noStrike">
                <a:solidFill>
                  <a:srgbClr val="00005C"/>
                </a:solidFill>
                <a:latin typeface="Biennale Medium"/>
                <a:ea typeface="Biennale Medium"/>
                <a:cs typeface="Biennale Medium"/>
                <a:sym typeface="Biennale Medium"/>
              </a:rPr>
              <a:t>00</a:t>
            </a:r>
          </a:p>
        </p:txBody>
      </p:sp>
      <p:sp>
        <p:nvSpPr>
          <p:cNvPr id="15" name="AutoShape 15"/>
          <p:cNvSpPr>
            <a:spLocks noGrp="1"/>
          </p:cNvSpPr>
          <p:nvPr>
            <p:ph type="body" sz="quarter" idx="32" hasCustomPrompt="1"/>
          </p:nvPr>
        </p:nvSpPr>
        <p:spPr>
          <a:xfrm>
            <a:off x="428624" y="291451"/>
            <a:ext cx="11337925" cy="912315"/>
          </a:xfrm>
          <a:prstGeom prst="rect">
            <a:avLst/>
          </a:prstGeom>
          <a:noFill/>
          <a:ln w="12700">
            <a:noFill/>
            <a:prstDash val="solid"/>
          </a:ln>
        </p:spPr>
        <p:txBody>
          <a:bodyPr wrap="square" lIns="0" tIns="0" rIns="0" bIns="0" anchor="t">
            <a:noAutofit/>
          </a:bodyPr>
          <a:lstStyle>
            <a:lvl1pPr algn="l">
              <a:lnSpc>
                <a:spcPct val="100000"/>
              </a:lnSpc>
              <a:defRPr sz="3600" b="0" i="0" u="none" strike="noStrike" spc="0">
                <a:solidFill>
                  <a:srgbClr val="00005C">
                    <a:alpha val="100000"/>
                  </a:srgbClr>
                </a:solidFill>
                <a:latin typeface="Biennale Bold"/>
              </a:defRPr>
            </a:lvl1pPr>
          </a:lstStyle>
          <a:p>
            <a:pPr marL="0" indent="0" algn="l">
              <a:lnSpc>
                <a:spcPct val="100000"/>
              </a:lnSpc>
            </a:pPr>
            <a:r>
              <a:rPr lang="en-US" sz="3600" b="0" i="0" u="none" strike="noStrike">
                <a:solidFill>
                  <a:srgbClr val="00005C"/>
                </a:solidFill>
                <a:latin typeface="Biennale Bold"/>
                <a:ea typeface="Biennale Bold"/>
                <a:cs typeface="Biennale Bold"/>
                <a:sym typeface="Biennale Bold"/>
              </a:rPr>
              <a:t>Contents</a:t>
            </a:r>
          </a:p>
        </p:txBody>
      </p:sp>
      <p:sp>
        <p:nvSpPr>
          <p:cNvPr id="16" name="AutoShape 16"/>
          <p:cNvSpPr>
            <a:spLocks noGrp="1"/>
          </p:cNvSpPr>
          <p:nvPr>
            <p:ph type="body" sz="quarter" idx="33"/>
          </p:nvPr>
        </p:nvSpPr>
        <p:spPr>
          <a:xfrm>
            <a:off x="428625" y="6507907"/>
            <a:ext cx="161904" cy="153888"/>
          </a:xfrm>
          <a:prstGeom prst="rect">
            <a:avLst/>
          </a:prstGeom>
          <a:noFill/>
          <a:ln w="12700">
            <a:noFill/>
            <a:prstDash val="solid"/>
          </a:ln>
        </p:spPr>
        <p:txBody>
          <a:bodyPr vert="horz" wrap="none" lIns="0" tIns="0" rIns="0" bIns="0" anchor="ctr">
            <a:spAutoFit/>
          </a:bodyPr>
          <a:lstStyle>
            <a:lvl1pPr algn="l">
              <a:lnSpc>
                <a:spcPct val="100000"/>
              </a:lnSpc>
              <a:defRPr sz="1000" b="0" i="0" u="none" strike="noStrike" spc="0">
                <a:solidFill>
                  <a:srgbClr val="00005C">
                    <a:alpha val="100000"/>
                  </a:srgbClr>
                </a:solidFill>
                <a:latin typeface="Biennale"/>
              </a:defRPr>
            </a:lvl1pPr>
          </a:lstStyle>
          <a:p>
            <a:pPr algn="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itle" preserve="1">
  <p:cSld name="Chapter 1">
    <p:spTree>
      <p:nvGrpSpPr>
        <p:cNvPr id="1" name=""/>
        <p:cNvGrpSpPr/>
        <p:nvPr/>
      </p:nvGrpSpPr>
      <p:grpSpPr>
        <a:xfrm>
          <a:off x="0" y="0"/>
          <a:ext cx="0" cy="0"/>
          <a:chOff x="0" y="0"/>
          <a:chExt cx="0" cy="0"/>
        </a:xfrm>
      </p:grpSpPr>
      <p:pic>
        <p:nvPicPr>
          <p:cNvPr id="2"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0"/>
            <a:ext cx="6858000" cy="6858000"/>
          </a:xfrm>
          <a:prstGeom prst="rect">
            <a:avLst/>
          </a:prstGeom>
        </p:spPr>
      </p:pic>
      <p:sp>
        <p:nvSpPr>
          <p:cNvPr id="3" name="AutoShape 3"/>
          <p:cNvSpPr>
            <a:spLocks noGrp="1"/>
          </p:cNvSpPr>
          <p:nvPr>
            <p:ph type="body" sz="quarter" idx="34" hasCustomPrompt="1"/>
          </p:nvPr>
        </p:nvSpPr>
        <p:spPr>
          <a:xfrm>
            <a:off x="390098" y="389618"/>
            <a:ext cx="1376980" cy="1477328"/>
          </a:xfrm>
          <a:prstGeom prst="rect">
            <a:avLst/>
          </a:prstGeom>
          <a:noFill/>
          <a:ln w="12700">
            <a:noFill/>
            <a:prstDash val="solid"/>
          </a:ln>
        </p:spPr>
        <p:txBody>
          <a:bodyPr wrap="none" lIns="0" tIns="0" rIns="0" bIns="0" anchor="t">
            <a:spAutoFit/>
          </a:bodyPr>
          <a:lstStyle>
            <a:lvl1pPr algn="l">
              <a:lnSpc>
                <a:spcPct val="100000"/>
              </a:lnSpc>
              <a:defRPr sz="9600" b="0" i="0" u="none" strike="noStrike" spc="0">
                <a:solidFill>
                  <a:srgbClr val="00005C">
                    <a:alpha val="100000"/>
                  </a:srgbClr>
                </a:solidFill>
                <a:latin typeface="Biennale Bold"/>
              </a:defRPr>
            </a:lvl1pPr>
          </a:lstStyle>
          <a:p>
            <a:pPr marL="0" indent="0" algn="l">
              <a:lnSpc>
                <a:spcPct val="100000"/>
              </a:lnSpc>
            </a:pPr>
            <a:r>
              <a:rPr lang="en-US" sz="9600" b="0" i="0" u="none" strike="noStrike">
                <a:solidFill>
                  <a:srgbClr val="00005C"/>
                </a:solidFill>
                <a:latin typeface="Biennale Bold"/>
                <a:ea typeface="Biennale Bold"/>
                <a:cs typeface="Biennale Bold"/>
                <a:sym typeface="Biennale Bold"/>
              </a:rPr>
              <a:t>01</a:t>
            </a:r>
          </a:p>
        </p:txBody>
      </p:sp>
      <p:sp>
        <p:nvSpPr>
          <p:cNvPr id="4" name="Freeform 4"/>
          <p:cNvSpPr/>
          <p:nvPr/>
        </p:nvSpPr>
        <p:spPr>
          <a:xfrm>
            <a:off x="10944224" y="6309897"/>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3"/>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12700" cap="flat">
            <a:noFill/>
            <a:prstDash val="solid"/>
          </a:ln>
        </p:spPr>
        <p:txBody>
          <a:bodyPr wrap="square" lIns="91440" tIns="45720" rIns="91440" bIns="45720" rtlCol="0" anchor="ctr">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
        <p:nvSpPr>
          <p:cNvPr id="5" name="AutoShape 5"/>
          <p:cNvSpPr>
            <a:spLocks noGrp="1"/>
          </p:cNvSpPr>
          <p:nvPr>
            <p:ph type="body" sz="quarter" idx="35" hasCustomPrompt="1"/>
          </p:nvPr>
        </p:nvSpPr>
        <p:spPr>
          <a:xfrm>
            <a:off x="1786976" y="1866946"/>
            <a:ext cx="7094047" cy="1929683"/>
          </a:xfrm>
          <a:prstGeom prst="rect">
            <a:avLst/>
          </a:prstGeom>
          <a:noFill/>
          <a:ln w="12700">
            <a:noFill/>
            <a:prstDash val="solid"/>
          </a:ln>
        </p:spPr>
        <p:txBody>
          <a:bodyPr wrap="square" lIns="0" tIns="0" rIns="0" bIns="0" anchor="t">
            <a:noAutofit/>
          </a:bodyPr>
          <a:lstStyle>
            <a:lvl1pPr algn="l">
              <a:lnSpc>
                <a:spcPct val="100000"/>
              </a:lnSpc>
              <a:defRPr sz="5400" b="0" i="0" u="none" strike="noStrike" spc="0">
                <a:solidFill>
                  <a:srgbClr val="00005C">
                    <a:alpha val="100000"/>
                  </a:srgbClr>
                </a:solidFill>
                <a:latin typeface="Biennale Bold"/>
              </a:defRPr>
            </a:lvl1pPr>
          </a:lstStyle>
          <a:p>
            <a:pPr marL="0" indent="0" algn="l">
              <a:lnSpc>
                <a:spcPct val="100000"/>
              </a:lnSpc>
            </a:pPr>
            <a:r>
              <a:rPr lang="en-US" sz="5400" b="0" i="0" u="none" strike="noStrike">
                <a:solidFill>
                  <a:srgbClr val="00005C"/>
                </a:solidFill>
                <a:latin typeface="Biennale Bold"/>
                <a:ea typeface="Biennale Bold"/>
                <a:cs typeface="Biennale Bold"/>
                <a:sym typeface="Biennale Bold"/>
              </a:rPr>
              <a:t>Chapter title</a:t>
            </a:r>
            <a:br>
              <a:rPr lang="en-US" sz="5400" b="0" i="0" u="none" strike="noStrike">
                <a:solidFill>
                  <a:srgbClr val="00005C"/>
                </a:solidFill>
                <a:latin typeface="Biennale Bold"/>
                <a:ea typeface="Biennale Bold"/>
                <a:cs typeface="Biennale Bold"/>
                <a:sym typeface="Biennale Bold"/>
              </a:rPr>
            </a:br>
            <a:r>
              <a:rPr lang="en-US" sz="5400" b="0" i="0" u="none" strike="noStrike">
                <a:solidFill>
                  <a:srgbClr val="00005C"/>
                </a:solidFill>
                <a:latin typeface="Biennale Bold"/>
                <a:ea typeface="Biennale Bold"/>
                <a:cs typeface="Biennale Bold"/>
                <a:sym typeface="Biennale Bold"/>
              </a:rPr>
              <a:t>two lines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itle" preserve="1">
  <p:cSld name="Two curve">
    <p:bg>
      <p:bgPr>
        <a:solidFill>
          <a:srgbClr val="00005C">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0800000">
            <a:off x="6588030" y="0"/>
            <a:ext cx="4884392" cy="4884392"/>
          </a:xfrm>
          <a:prstGeom prst="rect">
            <a:avLst/>
          </a:prstGeom>
        </p:spPr>
      </p:pic>
      <p:pic>
        <p:nvPicPr>
          <p:cNvPr id="3"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703638" y="4884393"/>
            <a:ext cx="4884392" cy="1973607"/>
          </a:xfrm>
          <a:prstGeom prst="rect">
            <a:avLst/>
          </a:prstGeom>
        </p:spPr>
      </p:pic>
      <p:sp>
        <p:nvSpPr>
          <p:cNvPr id="4" name="AutoShape 4"/>
          <p:cNvSpPr>
            <a:spLocks noGrp="1"/>
          </p:cNvSpPr>
          <p:nvPr>
            <p:ph type="body" sz="quarter" idx="36" hasCustomPrompt="1"/>
          </p:nvPr>
        </p:nvSpPr>
        <p:spPr>
          <a:xfrm>
            <a:off x="428625" y="4765675"/>
            <a:ext cx="3992904" cy="969962"/>
          </a:xfrm>
          <a:prstGeom prst="rect">
            <a:avLst/>
          </a:prstGeom>
          <a:noFill/>
          <a:ln w="12700">
            <a:noFill/>
            <a:prstDash val="solid"/>
          </a:ln>
        </p:spPr>
        <p:txBody>
          <a:bodyPr wrap="none" lIns="0" tIns="0" rIns="0" bIns="0" anchor="t">
            <a:noAutofit/>
          </a:bodyPr>
          <a:lstStyle>
            <a:lvl1pPr algn="l">
              <a:lnSpc>
                <a:spcPct val="100000"/>
              </a:lnSpc>
              <a:defRPr sz="1800" b="0" i="0" u="none" strike="noStrike" spc="0">
                <a:solidFill>
                  <a:srgbClr val="FFFFFF">
                    <a:alpha val="100000"/>
                  </a:srgbClr>
                </a:solidFill>
                <a:latin typeface="Biennale"/>
              </a:defRPr>
            </a:lvl1pPr>
          </a:lstStyle>
          <a:p>
            <a:pPr marL="0" indent="0" algn="l">
              <a:lnSpc>
                <a:spcPct val="100000"/>
              </a:lnSpc>
            </a:pPr>
            <a:r>
              <a:rPr lang="en-US" sz="1800" b="0" i="0" u="none" strike="noStrike">
                <a:solidFill>
                  <a:srgbClr val="FFFFFF"/>
                </a:solidFill>
                <a:latin typeface="Biennale"/>
                <a:ea typeface="Biennale"/>
                <a:cs typeface="Biennale"/>
                <a:sym typeface="Biennale"/>
              </a:rPr>
              <a:t>Date</a:t>
            </a:r>
          </a:p>
        </p:txBody>
      </p:sp>
      <p:sp>
        <p:nvSpPr>
          <p:cNvPr id="5" name="Freeform 5"/>
          <p:cNvSpPr/>
          <p:nvPr/>
        </p:nvSpPr>
        <p:spPr>
          <a:xfrm>
            <a:off x="9848292" y="5921362"/>
            <a:ext cx="1920640" cy="587312"/>
          </a:xfrm>
          <a:custGeom>
            <a:avLst/>
            <a:gdLst/>
            <a:ahLst/>
            <a:cxnLst/>
            <a:rect l="l" t="t" r="r" b="b"/>
            <a:pathLst>
              <a:path w="1920640" h="587312">
                <a:moveTo>
                  <a:pt x="1348345" y="334790"/>
                </a:moveTo>
                <a:cubicBezTo>
                  <a:pt x="1348345" y="263209"/>
                  <a:pt x="1299921" y="203103"/>
                  <a:pt x="1234055" y="184974"/>
                </a:cubicBezTo>
                <a:cubicBezTo>
                  <a:pt x="1229218" y="199932"/>
                  <a:pt x="1226580" y="215897"/>
                  <a:pt x="1226580" y="232468"/>
                </a:cubicBezTo>
                <a:cubicBezTo>
                  <a:pt x="1226580" y="304049"/>
                  <a:pt x="1275041" y="364156"/>
                  <a:pt x="1340870" y="382248"/>
                </a:cubicBezTo>
                <a:cubicBezTo>
                  <a:pt x="1345744" y="367290"/>
                  <a:pt x="1348345" y="351324"/>
                  <a:pt x="1348345" y="334790"/>
                </a:cubicBezTo>
                <a:moveTo>
                  <a:pt x="1462380" y="334790"/>
                </a:moveTo>
                <a:cubicBezTo>
                  <a:pt x="1462380" y="474963"/>
                  <a:pt x="1339569" y="587312"/>
                  <a:pt x="1192648" y="587312"/>
                </a:cubicBezTo>
                <a:cubicBezTo>
                  <a:pt x="1120167" y="587312"/>
                  <a:pt x="1054355" y="560457"/>
                  <a:pt x="1005896" y="516867"/>
                </a:cubicBezTo>
                <a:cubicBezTo>
                  <a:pt x="972751" y="554354"/>
                  <a:pt x="912967" y="586726"/>
                  <a:pt x="839572" y="586726"/>
                </a:cubicBezTo>
                <a:cubicBezTo>
                  <a:pt x="751976" y="586726"/>
                  <a:pt x="661723" y="546894"/>
                  <a:pt x="661723" y="425582"/>
                </a:cubicBezTo>
                <a:lnTo>
                  <a:pt x="661723" y="189520"/>
                </a:lnTo>
                <a:lnTo>
                  <a:pt x="570097" y="189520"/>
                </a:lnTo>
                <a:lnTo>
                  <a:pt x="570097" y="100085"/>
                </a:lnTo>
                <a:lnTo>
                  <a:pt x="661723" y="100085"/>
                </a:lnTo>
                <a:lnTo>
                  <a:pt x="661723" y="3501"/>
                </a:lnTo>
                <a:lnTo>
                  <a:pt x="786530" y="3501"/>
                </a:lnTo>
                <a:lnTo>
                  <a:pt x="786530" y="100085"/>
                </a:lnTo>
                <a:lnTo>
                  <a:pt x="925537" y="100085"/>
                </a:lnTo>
                <a:lnTo>
                  <a:pt x="925537" y="189520"/>
                </a:lnTo>
                <a:lnTo>
                  <a:pt x="786530" y="189520"/>
                </a:lnTo>
                <a:lnTo>
                  <a:pt x="786530" y="414089"/>
                </a:lnTo>
                <a:cubicBezTo>
                  <a:pt x="786530" y="463031"/>
                  <a:pt x="818612" y="495751"/>
                  <a:pt x="863133" y="495751"/>
                </a:cubicBezTo>
                <a:cubicBezTo>
                  <a:pt x="896002" y="495751"/>
                  <a:pt x="930520" y="481416"/>
                  <a:pt x="956079" y="456193"/>
                </a:cubicBezTo>
                <a:cubicBezTo>
                  <a:pt x="934991" y="420101"/>
                  <a:pt x="922917" y="378802"/>
                  <a:pt x="922917" y="334790"/>
                </a:cubicBezTo>
                <a:cubicBezTo>
                  <a:pt x="922917" y="224092"/>
                  <a:pt x="1000399" y="127508"/>
                  <a:pt x="1109138" y="94677"/>
                </a:cubicBezTo>
                <a:cubicBezTo>
                  <a:pt x="1086639" y="126078"/>
                  <a:pt x="1071688" y="197659"/>
                  <a:pt x="1071615" y="237106"/>
                </a:cubicBezTo>
                <a:cubicBezTo>
                  <a:pt x="1050013" y="263778"/>
                  <a:pt x="1036969" y="297798"/>
                  <a:pt x="1036969" y="334790"/>
                </a:cubicBezTo>
                <a:cubicBezTo>
                  <a:pt x="1036969" y="420668"/>
                  <a:pt x="1106720" y="490306"/>
                  <a:pt x="1192629" y="490306"/>
                </a:cubicBezTo>
                <a:cubicBezTo>
                  <a:pt x="1223869" y="490306"/>
                  <a:pt x="1252872" y="481012"/>
                  <a:pt x="1277221" y="465176"/>
                </a:cubicBezTo>
                <a:cubicBezTo>
                  <a:pt x="1180446" y="426865"/>
                  <a:pt x="1112436" y="337118"/>
                  <a:pt x="1112436" y="232487"/>
                </a:cubicBezTo>
                <a:cubicBezTo>
                  <a:pt x="1112436" y="176799"/>
                  <a:pt x="1131747" y="125344"/>
                  <a:pt x="1164341" y="83605"/>
                </a:cubicBezTo>
                <a:cubicBezTo>
                  <a:pt x="1173667" y="82727"/>
                  <a:pt x="1183066" y="82213"/>
                  <a:pt x="1192629" y="82213"/>
                </a:cubicBezTo>
                <a:cubicBezTo>
                  <a:pt x="1229878" y="82213"/>
                  <a:pt x="1265311" y="89252"/>
                  <a:pt x="1297576" y="102065"/>
                </a:cubicBezTo>
                <a:cubicBezTo>
                  <a:pt x="1297576" y="102065"/>
                  <a:pt x="1297503" y="102102"/>
                  <a:pt x="1297503" y="102138"/>
                </a:cubicBezTo>
                <a:cubicBezTo>
                  <a:pt x="1394370" y="140430"/>
                  <a:pt x="1462361" y="230141"/>
                  <a:pt x="1462361" y="334790"/>
                </a:cubicBezTo>
                <a:moveTo>
                  <a:pt x="399376" y="338254"/>
                </a:moveTo>
                <a:lnTo>
                  <a:pt x="314601" y="114456"/>
                </a:lnTo>
                <a:lnTo>
                  <a:pt x="230010" y="338254"/>
                </a:lnTo>
                <a:lnTo>
                  <a:pt x="399393" y="338254"/>
                </a:lnTo>
                <a:close/>
                <a:moveTo>
                  <a:pt x="599356" y="505210"/>
                </a:moveTo>
                <a:lnTo>
                  <a:pt x="648000" y="505210"/>
                </a:lnTo>
                <a:lnTo>
                  <a:pt x="648000" y="576680"/>
                </a:lnTo>
                <a:lnTo>
                  <a:pt x="414637" y="576680"/>
                </a:lnTo>
                <a:lnTo>
                  <a:pt x="414637" y="505210"/>
                </a:lnTo>
                <a:lnTo>
                  <a:pt x="462622" y="505210"/>
                </a:lnTo>
                <a:lnTo>
                  <a:pt x="432923" y="426773"/>
                </a:lnTo>
                <a:lnTo>
                  <a:pt x="196517" y="426773"/>
                </a:lnTo>
                <a:lnTo>
                  <a:pt x="166892" y="505210"/>
                </a:lnTo>
                <a:lnTo>
                  <a:pt x="218101" y="505210"/>
                </a:lnTo>
                <a:lnTo>
                  <a:pt x="218101" y="576680"/>
                </a:lnTo>
                <a:lnTo>
                  <a:pt x="0" y="576680"/>
                </a:lnTo>
                <a:lnTo>
                  <a:pt x="0" y="505210"/>
                </a:lnTo>
                <a:lnTo>
                  <a:pt x="51961" y="505210"/>
                </a:lnTo>
                <a:lnTo>
                  <a:pt x="214565" y="75119"/>
                </a:lnTo>
                <a:lnTo>
                  <a:pt x="149322" y="75119"/>
                </a:lnTo>
                <a:lnTo>
                  <a:pt x="149322" y="3703"/>
                </a:lnTo>
                <a:lnTo>
                  <a:pt x="409306" y="3703"/>
                </a:lnTo>
                <a:lnTo>
                  <a:pt x="599337" y="505210"/>
                </a:lnTo>
                <a:close/>
                <a:moveTo>
                  <a:pt x="1920640" y="410074"/>
                </a:moveTo>
                <a:cubicBezTo>
                  <a:pt x="1920640" y="527665"/>
                  <a:pt x="1807120" y="587019"/>
                  <a:pt x="1673299" y="587019"/>
                </a:cubicBezTo>
                <a:cubicBezTo>
                  <a:pt x="1585702" y="587019"/>
                  <a:pt x="1507616" y="568670"/>
                  <a:pt x="1442207" y="534996"/>
                </a:cubicBezTo>
                <a:cubicBezTo>
                  <a:pt x="1459210" y="511846"/>
                  <a:pt x="1484914" y="471371"/>
                  <a:pt x="1496879" y="447322"/>
                </a:cubicBezTo>
                <a:cubicBezTo>
                  <a:pt x="1541052" y="464497"/>
                  <a:pt x="1612946" y="485083"/>
                  <a:pt x="1677824" y="485083"/>
                </a:cubicBezTo>
                <a:cubicBezTo>
                  <a:pt x="1742700" y="485083"/>
                  <a:pt x="1790666" y="460336"/>
                  <a:pt x="1790666" y="427121"/>
                </a:cubicBezTo>
                <a:cubicBezTo>
                  <a:pt x="1790666" y="398233"/>
                  <a:pt x="1780076" y="375630"/>
                  <a:pt x="1679307" y="346229"/>
                </a:cubicBezTo>
                <a:cubicBezTo>
                  <a:pt x="1548821" y="308247"/>
                  <a:pt x="1475113" y="270266"/>
                  <a:pt x="1475113" y="167651"/>
                </a:cubicBezTo>
                <a:cubicBezTo>
                  <a:pt x="1475113" y="59703"/>
                  <a:pt x="1581214" y="0"/>
                  <a:pt x="1715621" y="0"/>
                </a:cubicBezTo>
                <a:cubicBezTo>
                  <a:pt x="1773646" y="0"/>
                  <a:pt x="1843122" y="12098"/>
                  <a:pt x="1888358" y="22272"/>
                </a:cubicBezTo>
                <a:lnTo>
                  <a:pt x="1881596" y="179456"/>
                </a:lnTo>
                <a:lnTo>
                  <a:pt x="1785958" y="177825"/>
                </a:lnTo>
                <a:lnTo>
                  <a:pt x="1786416" y="99663"/>
                </a:lnTo>
                <a:cubicBezTo>
                  <a:pt x="1772290" y="96749"/>
                  <a:pt x="1751971" y="94310"/>
                  <a:pt x="1723847" y="94310"/>
                </a:cubicBezTo>
                <a:cubicBezTo>
                  <a:pt x="1651128" y="94310"/>
                  <a:pt x="1601111" y="117756"/>
                  <a:pt x="1601111" y="157331"/>
                </a:cubicBezTo>
                <a:cubicBezTo>
                  <a:pt x="1601111" y="185359"/>
                  <a:pt x="1629821" y="211774"/>
                  <a:pt x="1731286" y="242349"/>
                </a:cubicBezTo>
                <a:cubicBezTo>
                  <a:pt x="1861974" y="281668"/>
                  <a:pt x="1920585" y="318660"/>
                  <a:pt x="1920585" y="410037"/>
                </a:cubicBezTo>
              </a:path>
            </a:pathLst>
          </a:custGeom>
          <a:solidFill>
            <a:srgbClr val="FFFFFF">
              <a:alpha val="100000"/>
            </a:srgbClr>
          </a:solidFill>
          <a:ln w="12700" cap="flat">
            <a:noFill/>
            <a:prstDash val="solid"/>
          </a:ln>
        </p:spPr>
        <p:txBody>
          <a:bodyPr wrap="square" lIns="91440" tIns="45720" rIns="91440" bIns="45720" rtlCol="0" anchor="ctr">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
        <p:nvSpPr>
          <p:cNvPr id="6" name="AutoShape 6"/>
          <p:cNvSpPr>
            <a:spLocks noGrp="1"/>
          </p:cNvSpPr>
          <p:nvPr>
            <p:ph type="body" sz="quarter" idx="37" hasCustomPrompt="1"/>
          </p:nvPr>
        </p:nvSpPr>
        <p:spPr>
          <a:xfrm>
            <a:off x="428625" y="1456679"/>
            <a:ext cx="6766560" cy="1844936"/>
          </a:xfrm>
          <a:prstGeom prst="rect">
            <a:avLst/>
          </a:prstGeom>
          <a:noFill/>
          <a:ln w="12700">
            <a:noFill/>
            <a:prstDash val="solid"/>
          </a:ln>
        </p:spPr>
        <p:txBody>
          <a:bodyPr wrap="square" lIns="0" tIns="0" rIns="0" bIns="0" anchor="t">
            <a:noAutofit/>
          </a:bodyPr>
          <a:lstStyle>
            <a:lvl1pPr algn="l">
              <a:lnSpc>
                <a:spcPct val="100000"/>
              </a:lnSpc>
              <a:defRPr sz="4400" b="0" i="0" u="none" strike="noStrike" spc="0">
                <a:solidFill>
                  <a:srgbClr val="FFFFFF">
                    <a:alpha val="100000"/>
                  </a:srgbClr>
                </a:solidFill>
                <a:latin typeface="Biennale Bold"/>
              </a:defRPr>
            </a:lvl1pPr>
          </a:lstStyle>
          <a:p>
            <a:pPr marL="0" indent="0" algn="l">
              <a:lnSpc>
                <a:spcPct val="100000"/>
              </a:lnSpc>
              <a:spcAft>
                <a:spcPts val="300"/>
              </a:spcAft>
            </a:pPr>
            <a:r>
              <a:rPr lang="en-US" sz="4400" b="0" i="0" u="none" strike="noStrike">
                <a:solidFill>
                  <a:srgbClr val="FFFFFF"/>
                </a:solidFill>
                <a:latin typeface="Biennale Bold"/>
                <a:ea typeface="Biennale Bold"/>
                <a:cs typeface="Biennale Bold"/>
                <a:sym typeface="Biennale Bold"/>
              </a:rPr>
              <a:t>Presentation title</a:t>
            </a:r>
          </a:p>
        </p:txBody>
      </p:sp>
      <p:sp>
        <p:nvSpPr>
          <p:cNvPr id="7" name="AutoShape 7"/>
          <p:cNvSpPr>
            <a:spLocks noGrp="1"/>
          </p:cNvSpPr>
          <p:nvPr>
            <p:ph type="body" sz="quarter" idx="38" hasCustomPrompt="1"/>
          </p:nvPr>
        </p:nvSpPr>
        <p:spPr>
          <a:xfrm>
            <a:off x="428625" y="2084535"/>
            <a:ext cx="6766560" cy="1217080"/>
          </a:xfrm>
          <a:prstGeom prst="rect">
            <a:avLst/>
          </a:prstGeom>
          <a:noFill/>
          <a:ln w="12700">
            <a:noFill/>
            <a:prstDash val="solid"/>
          </a:ln>
        </p:spPr>
        <p:txBody>
          <a:bodyPr wrap="square" lIns="0" tIns="0" rIns="0" bIns="0" anchor="t">
            <a:noAutofit/>
          </a:bodyPr>
          <a:lstStyle>
            <a:lvl1pPr algn="l">
              <a:lnSpc>
                <a:spcPct val="100000"/>
              </a:lnSpc>
              <a:defRPr sz="3200" b="0" i="0" u="none" strike="noStrike" spc="0">
                <a:solidFill>
                  <a:srgbClr val="3DC7FF">
                    <a:alpha val="100000"/>
                  </a:srgbClr>
                </a:solidFill>
                <a:latin typeface="Biennale Bold"/>
              </a:defRPr>
            </a:lvl1pPr>
          </a:lstStyle>
          <a:p>
            <a:pPr marL="0" indent="0" algn="l">
              <a:lnSpc>
                <a:spcPct val="100000"/>
              </a:lnSpc>
              <a:spcAft>
                <a:spcPts val="600"/>
              </a:spcAft>
            </a:pPr>
            <a:r>
              <a:rPr lang="en-US" sz="3200" b="0" i="0" u="none" strike="noStrike">
                <a:solidFill>
                  <a:srgbClr val="3DC7FF"/>
                </a:solidFill>
                <a:latin typeface="Biennale Bold"/>
                <a:ea typeface="Biennale Bold"/>
                <a:cs typeface="Biennale Bold"/>
                <a:sym typeface="Biennale Bold"/>
              </a:rPr>
              <a:t>Subtitle</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中文正文">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0" y="0"/>
            <a:ext cx="12192000" cy="6881005"/>
          </a:xfrm>
          <a:prstGeom prst="rect">
            <a:avLst/>
          </a:prstGeom>
          <a:ln w="12700">
            <a:noFill/>
            <a:prstDash val="solid"/>
          </a:ln>
        </p:spPr>
      </p:pic>
      <p:sp>
        <p:nvSpPr>
          <p:cNvPr id="3" name="AutoShape 3"/>
          <p:cNvSpPr/>
          <p:nvPr/>
        </p:nvSpPr>
        <p:spPr>
          <a:xfrm>
            <a:off x="-4" y="0"/>
            <a:ext cx="12192000" cy="6881005"/>
          </a:xfrm>
          <a:prstGeom prst="rect">
            <a:avLst/>
          </a:prstGeom>
          <a:gradFill rotWithShape="0">
            <a:gsLst>
              <a:gs pos="41999">
                <a:srgbClr val="FFFFFF">
                  <a:alpha val="100000"/>
                </a:srgbClr>
              </a:gs>
              <a:gs pos="100000">
                <a:srgbClr val="FFFFFF">
                  <a:alpha val="60000"/>
                </a:srgbClr>
              </a:gs>
            </a:gsLst>
            <a:lin ang="0"/>
          </a:gradFill>
          <a:ln w="12700" cap="flat">
            <a:noFill/>
            <a:prstDash val="solid"/>
          </a:ln>
        </p:spPr>
        <p:txBody>
          <a:bodyPr wrap="square" lIns="91440" tIns="45720" rIns="91440" bIns="45720" rtlCol="0" anchor="ctr">
            <a:noAutofit/>
          </a:bodyPr>
          <a:lstStyle/>
          <a:p>
            <a:pPr marL="0" indent="0" algn="ctr">
              <a:lnSpc>
                <a:spcPct val="100000"/>
              </a:lnSpc>
              <a:defRPr/>
            </a:pPr>
            <a:r>
              <a:rPr lang="en-US" sz="1800" b="0" i="0" u="none" strike="noStrike">
                <a:solidFill>
                  <a:srgbClr val="FFFFFF"/>
                </a:solidFill>
                <a:latin typeface="Biennale"/>
                <a:ea typeface="Biennale"/>
                <a:cs typeface="Biennale"/>
                <a:sym typeface="Biennale"/>
              </a:rPr>
              <a:t> </a:t>
            </a:r>
            <a:endParaRPr lang="en-US" sz="1100"/>
          </a:p>
        </p:txBody>
      </p:sp>
      <p:sp>
        <p:nvSpPr>
          <p:cNvPr id="4" name="Freeform 4"/>
          <p:cNvSpPr/>
          <p:nvPr/>
        </p:nvSpPr>
        <p:spPr>
          <a:xfrm>
            <a:off x="5" y="6503027"/>
            <a:ext cx="390482" cy="0"/>
          </a:xfrm>
          <a:custGeom>
            <a:avLst/>
            <a:gdLst/>
            <a:ahLst/>
            <a:cxnLst/>
            <a:rect l="l" t="t" r="r" b="b"/>
            <a:pathLst>
              <a:path w="390482">
                <a:moveTo>
                  <a:pt x="0" y="0"/>
                </a:moveTo>
                <a:lnTo>
                  <a:pt x="390482" y="0"/>
                </a:lnTo>
              </a:path>
            </a:pathLst>
          </a:custGeom>
          <a:noFill/>
          <a:ln w="12700">
            <a:solidFill>
              <a:srgbClr val="0073E6">
                <a:alpha val="100000"/>
              </a:srgbClr>
            </a:solidFill>
            <a:prstDash val="solid"/>
          </a:ln>
        </p:spPr>
        <p:txBody>
          <a:bodyPr wrap="square" lIns="0" tIns="0" rIns="0" bIns="0" rtlCol="0" anchor="t">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
        <p:nvSpPr>
          <p:cNvPr id="5" name="Freeform 5"/>
          <p:cNvSpPr/>
          <p:nvPr/>
        </p:nvSpPr>
        <p:spPr>
          <a:xfrm>
            <a:off x="5" y="518500"/>
            <a:ext cx="390482" cy="0"/>
          </a:xfrm>
          <a:custGeom>
            <a:avLst/>
            <a:gdLst/>
            <a:ahLst/>
            <a:cxnLst/>
            <a:rect l="l" t="t" r="r" b="b"/>
            <a:pathLst>
              <a:path w="390482">
                <a:moveTo>
                  <a:pt x="0" y="0"/>
                </a:moveTo>
                <a:lnTo>
                  <a:pt x="390482" y="0"/>
                </a:lnTo>
              </a:path>
            </a:pathLst>
          </a:custGeom>
          <a:noFill/>
          <a:ln w="12700">
            <a:solidFill>
              <a:srgbClr val="0073E6">
                <a:alpha val="100000"/>
              </a:srgbClr>
            </a:solidFill>
            <a:prstDash val="solid"/>
          </a:ln>
        </p:spPr>
        <p:txBody>
          <a:bodyPr wrap="square" lIns="0" tIns="0" rIns="0" bIns="0" rtlCol="0" anchor="t">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pic>
        <p:nvPicPr>
          <p:cNvPr id="6" name="Picture 6"/>
          <p:cNvPicPr>
            <a:picLocks noChangeAspect="1"/>
          </p:cNvPicPr>
          <p:nvPr/>
        </p:nvPicPr>
        <p:blipFill>
          <a:blip r:embed="rId3"/>
          <a:srcRect/>
          <a:stretch>
            <a:fillRect/>
          </a:stretch>
        </p:blipFill>
        <p:spPr>
          <a:xfrm>
            <a:off x="10970283" y="6294153"/>
            <a:ext cx="960924" cy="317975"/>
          </a:xfrm>
          <a:prstGeom prst="rect">
            <a:avLst/>
          </a:prstGeom>
          <a:ln w="12700">
            <a:noFill/>
            <a:prstDash val="solid"/>
          </a:ln>
        </p:spPr>
      </p:pic>
      <p:sp>
        <p:nvSpPr>
          <p:cNvPr id="7" name="AutoShape 7"/>
          <p:cNvSpPr>
            <a:spLocks noGrp="1"/>
          </p:cNvSpPr>
          <p:nvPr>
            <p:ph type="body" sz="quarter" idx="39" hasCustomPrompt="1"/>
          </p:nvPr>
        </p:nvSpPr>
        <p:spPr>
          <a:xfrm>
            <a:off x="398287" y="222339"/>
            <a:ext cx="11655040" cy="756000"/>
          </a:xfrm>
          <a:prstGeom prst="rect">
            <a:avLst/>
          </a:prstGeom>
          <a:noFill/>
          <a:ln w="12700">
            <a:noFill/>
            <a:prstDash val="solid"/>
          </a:ln>
        </p:spPr>
        <p:txBody>
          <a:bodyPr vert="horz" wrap="square" lIns="0" tIns="0" rIns="0" bIns="0" anchor="t">
            <a:noAutofit/>
          </a:bodyPr>
          <a:lstStyle>
            <a:lvl1pPr algn="l">
              <a:lnSpc>
                <a:spcPct val="100000"/>
              </a:lnSpc>
              <a:defRPr sz="2935" b="1" i="0" u="none" strike="noStrike" spc="0">
                <a:solidFill>
                  <a:srgbClr val="0073E6">
                    <a:alpha val="100000"/>
                  </a:srgbClr>
                </a:solidFill>
                <a:latin typeface="Biennale Bold"/>
              </a:defRPr>
            </a:lvl1pPr>
          </a:lstStyle>
          <a:p>
            <a:pPr marL="0" indent="0" algn="l">
              <a:lnSpc>
                <a:spcPct val="100000"/>
              </a:lnSpc>
            </a:pPr>
            <a:r>
              <a:rPr lang="en-US" sz="2935" b="0" i="0" u="none" strike="noStrike">
                <a:solidFill>
                  <a:srgbClr val="0073E6"/>
                </a:solidFill>
                <a:latin typeface="微软雅黑" panose="020B0503020204020204" charset="-122"/>
                <a:ea typeface="微软雅黑" panose="020B0503020204020204" charset="-122"/>
                <a:cs typeface="微软雅黑" panose="020B0503020204020204" charset="-122"/>
                <a:sym typeface="微软雅黑" panose="020B0503020204020204" charset="-122"/>
              </a:rPr>
              <a:t>Click to add title</a:t>
            </a:r>
          </a:p>
        </p:txBody>
      </p:sp>
      <p:pic>
        <p:nvPicPr>
          <p:cNvPr id="8" name="Picture 8"/>
          <p:cNvPicPr>
            <a:picLocks noChangeAspect="1"/>
          </p:cNvPicPr>
          <p:nvPr/>
        </p:nvPicPr>
        <p:blipFill>
          <a:blip r:embed="rId4"/>
          <a:srcRect/>
          <a:stretch>
            <a:fillRect/>
          </a:stretch>
        </p:blipFill>
        <p:spPr>
          <a:xfrm>
            <a:off x="1092988" y="6424099"/>
            <a:ext cx="2180299" cy="114767"/>
          </a:xfrm>
          <a:prstGeom prst="rect">
            <a:avLst/>
          </a:prstGeom>
          <a:ln w="12700">
            <a:noFill/>
            <a:prstDash val="solid"/>
          </a:ln>
        </p:spPr>
      </p:pic>
      <p:sp>
        <p:nvSpPr>
          <p:cNvPr id="9" name="AutoShape 9"/>
          <p:cNvSpPr/>
          <p:nvPr/>
        </p:nvSpPr>
        <p:spPr>
          <a:xfrm>
            <a:off x="-16213" y="6276266"/>
            <a:ext cx="825500" cy="339793"/>
          </a:xfrm>
          <a:prstGeom prst="rect">
            <a:avLst/>
          </a:prstGeom>
          <a:noFill/>
          <a:ln w="12700">
            <a:noFill/>
            <a:prstDash val="solid"/>
          </a:ln>
        </p:spPr>
        <p:txBody>
          <a:bodyPr wrap="square" lIns="133359" tIns="66685" rIns="133359" bIns="66685" rtlCol="0" anchor="ctr">
            <a:spAutoFit/>
          </a:bodyPr>
          <a:lstStyle/>
          <a:p>
            <a:pPr algn="r">
              <a:defRPr/>
            </a:pP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Content Slide">
    <p:spTree>
      <p:nvGrpSpPr>
        <p:cNvPr id="1" name=""/>
        <p:cNvGrpSpPr/>
        <p:nvPr/>
      </p:nvGrpSpPr>
      <p:grpSpPr>
        <a:xfrm>
          <a:off x="0" y="0"/>
          <a:ext cx="0" cy="0"/>
          <a:chOff x="0" y="0"/>
          <a:chExt cx="0" cy="0"/>
        </a:xfrm>
      </p:grpSpPr>
      <p:sp>
        <p:nvSpPr>
          <p:cNvPr id="2" name="AutoShape 2"/>
          <p:cNvSpPr>
            <a:spLocks noGrp="1"/>
          </p:cNvSpPr>
          <p:nvPr>
            <p:ph type="body" sz="quarter" idx="40"/>
          </p:nvPr>
        </p:nvSpPr>
        <p:spPr>
          <a:xfrm>
            <a:off x="320400" y="6326136"/>
            <a:ext cx="591024" cy="288033"/>
          </a:xfrm>
          <a:prstGeom prst="rect">
            <a:avLst/>
          </a:prstGeom>
          <a:noFill/>
          <a:ln w="12700">
            <a:noFill/>
            <a:prstDash val="solid"/>
          </a:ln>
        </p:spPr>
        <p:txBody>
          <a:bodyPr vert="horz" wrap="none" lIns="91440" tIns="45720" rIns="91440" bIns="45720" anchor="ctr">
            <a:spAutoFit/>
          </a:bodyPr>
          <a:lstStyle>
            <a:lvl1pPr algn="l">
              <a:lnSpc>
                <a:spcPct val="100000"/>
              </a:lnSpc>
              <a:defRPr sz="1335" b="0" i="0" u="none" strike="noStrike" spc="0">
                <a:solidFill>
                  <a:srgbClr val="000000">
                    <a:alpha val="100000"/>
                  </a:srgbClr>
                </a:solidFill>
                <a:latin typeface="Verdana" panose="020B0604030504040204"/>
              </a:defRPr>
            </a:lvl1pPr>
          </a:lstStyle>
          <a:p>
            <a:pPr algn="l"/>
            <a:endParaRPr/>
          </a:p>
        </p:txBody>
      </p:sp>
      <p:sp>
        <p:nvSpPr>
          <p:cNvPr id="3" name="AutoShape 3"/>
          <p:cNvSpPr>
            <a:spLocks noGrp="1"/>
          </p:cNvSpPr>
          <p:nvPr>
            <p:ph type="body" sz="quarter" idx="41" hasCustomPrompt="1"/>
          </p:nvPr>
        </p:nvSpPr>
        <p:spPr>
          <a:xfrm>
            <a:off x="320400" y="164637"/>
            <a:ext cx="11632251" cy="960107"/>
          </a:xfrm>
          <a:prstGeom prst="rect">
            <a:avLst/>
          </a:prstGeom>
          <a:noFill/>
          <a:ln w="12700">
            <a:noFill/>
            <a:prstDash val="solid"/>
          </a:ln>
        </p:spPr>
        <p:txBody>
          <a:bodyPr wrap="square" lIns="0" tIns="0" rIns="0" bIns="0" anchor="t">
            <a:noAutofit/>
          </a:bodyPr>
          <a:lstStyle>
            <a:lvl1pPr algn="l">
              <a:lnSpc>
                <a:spcPct val="100000"/>
              </a:lnSpc>
              <a:defRPr sz="2400" b="0" i="0" u="none" strike="noStrike" spc="0">
                <a:solidFill>
                  <a:srgbClr val="0066A1">
                    <a:alpha val="100000"/>
                  </a:srgbClr>
                </a:solidFill>
                <a:latin typeface="Biennale Bold"/>
              </a:defRPr>
            </a:lvl1pPr>
          </a:lstStyle>
          <a:p>
            <a:pPr marL="0" indent="0" algn="l">
              <a:lnSpc>
                <a:spcPct val="100000"/>
              </a:lnSpc>
            </a:pPr>
            <a:r>
              <a:rPr lang="en-US" sz="2400" b="0" i="0" u="none" strike="noStrike">
                <a:solidFill>
                  <a:srgbClr val="0066A1"/>
                </a:solidFill>
                <a:latin typeface="Biennale Bold"/>
                <a:ea typeface="Biennale Bold"/>
                <a:cs typeface="Biennale Bold"/>
                <a:sym typeface="Biennale Bold"/>
              </a:rPr>
              <a:t>Click to edit the header</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3_One column - chart left">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0" y="0"/>
            <a:ext cx="12192000" cy="6858000"/>
          </a:xfrm>
          <a:prstGeom prst="rect">
            <a:avLst/>
          </a:prstGeom>
          <a:ln w="12700">
            <a:noFill/>
            <a:prstDash val="solid"/>
          </a:ln>
        </p:spPr>
      </p:pic>
      <p:sp>
        <p:nvSpPr>
          <p:cNvPr id="3" name="AutoShape 3"/>
          <p:cNvSpPr>
            <a:spLocks noGrp="1"/>
          </p:cNvSpPr>
          <p:nvPr>
            <p:ph type="body" sz="quarter" idx="42" hasCustomPrompt="1"/>
          </p:nvPr>
        </p:nvSpPr>
        <p:spPr>
          <a:xfrm>
            <a:off x="316799" y="471915"/>
            <a:ext cx="11484000" cy="343237"/>
          </a:xfrm>
          <a:prstGeom prst="rect">
            <a:avLst/>
          </a:prstGeom>
          <a:noFill/>
          <a:ln w="12700">
            <a:noFill/>
            <a:prstDash val="solid"/>
          </a:ln>
        </p:spPr>
        <p:txBody>
          <a:bodyPr vert="horz" wrap="square" lIns="0" tIns="0" rIns="0" bIns="0" anchor="t">
            <a:spAutoFit/>
          </a:bodyPr>
          <a:lstStyle>
            <a:lvl1pPr algn="l">
              <a:lnSpc>
                <a:spcPct val="100000"/>
              </a:lnSpc>
              <a:defRPr sz="2200" b="1" i="0" u="none" strike="noStrike" spc="0">
                <a:solidFill>
                  <a:srgbClr val="0073E6">
                    <a:alpha val="100000"/>
                  </a:srgbClr>
                </a:solidFill>
                <a:latin typeface="Biennale Bold"/>
              </a:defRPr>
            </a:lvl1pPr>
          </a:lstStyle>
          <a:p>
            <a:pPr marL="0" indent="0" algn="l">
              <a:lnSpc>
                <a:spcPct val="100000"/>
              </a:lnSpc>
            </a:pPr>
            <a:r>
              <a:rPr lang="en-US" sz="2200" b="0" i="0" u="none" strike="noStrike">
                <a:solidFill>
                  <a:srgbClr val="000000"/>
                </a:solidFill>
                <a:latin typeface="Montserrat Bold"/>
                <a:ea typeface="Montserrat Bold"/>
                <a:cs typeface="Montserrat Bold"/>
                <a:sym typeface="Montserrat Bold"/>
              </a:rPr>
              <a:t>Click to add title</a:t>
            </a:r>
          </a:p>
        </p:txBody>
      </p:sp>
      <p:sp>
        <p:nvSpPr>
          <p:cNvPr id="4" name="AutoShape 4"/>
          <p:cNvSpPr>
            <a:spLocks noGrp="1"/>
          </p:cNvSpPr>
          <p:nvPr>
            <p:ph type="body" sz="quarter" idx="43" hasCustomPrompt="1"/>
          </p:nvPr>
        </p:nvSpPr>
        <p:spPr>
          <a:xfrm>
            <a:off x="316799" y="830931"/>
            <a:ext cx="11484000" cy="338554"/>
          </a:xfrm>
          <a:prstGeom prst="rect">
            <a:avLst/>
          </a:prstGeom>
          <a:noFill/>
          <a:ln w="12700">
            <a:noFill/>
            <a:prstDash val="solid"/>
          </a:ln>
        </p:spPr>
        <p:txBody>
          <a:bodyPr wrap="square" lIns="0" tIns="0" rIns="0" bIns="0" anchor="t">
            <a:spAutoFit/>
          </a:bodyPr>
          <a:lstStyle>
            <a:lvl1pPr algn="l">
              <a:lnSpc>
                <a:spcPct val="100000"/>
              </a:lnSpc>
              <a:defRPr sz="1600" b="0" i="0" u="none" strike="noStrike" spc="0">
                <a:solidFill>
                  <a:srgbClr val="1F2329">
                    <a:alpha val="100000"/>
                  </a:srgbClr>
                </a:solidFill>
                <a:latin typeface="Noto Sans SC" panose="020B0200000000000000" charset="-122"/>
              </a:defRPr>
            </a:lvl1pPr>
          </a:lstStyle>
          <a:p>
            <a:pPr marL="0" indent="0" algn="l">
              <a:lnSpc>
                <a:spcPct val="100000"/>
              </a:lnSpc>
              <a:spcAft>
                <a:spcPts val="600"/>
              </a:spcAft>
            </a:pPr>
            <a:r>
              <a:rPr lang="en-US" sz="1600" b="0" i="0" u="none" strike="noStrike">
                <a:solidFill>
                  <a:srgbClr val="000000"/>
                </a:solidFill>
                <a:latin typeface="Montserrat SemiBold"/>
                <a:ea typeface="Montserrat SemiBold"/>
                <a:cs typeface="Montserrat SemiBold"/>
                <a:sym typeface="Montserrat SemiBold"/>
              </a:rPr>
              <a:t>Click to add text</a:t>
            </a: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4338" y="6261619"/>
            <a:ext cx="1111378" cy="198900"/>
          </a:xfrm>
          <a:prstGeom prst="rect">
            <a:avLst/>
          </a:prstGeom>
        </p:spPr>
      </p:pic>
      <p:sp>
        <p:nvSpPr>
          <p:cNvPr id="6" name="AutoShape 6"/>
          <p:cNvSpPr/>
          <p:nvPr/>
        </p:nvSpPr>
        <p:spPr>
          <a:xfrm>
            <a:off x="11429230" y="6298599"/>
            <a:ext cx="458064" cy="216025"/>
          </a:xfrm>
          <a:prstGeom prst="rect">
            <a:avLst/>
          </a:prstGeom>
          <a:noFill/>
          <a:ln w="12700">
            <a:noFill/>
            <a:prstDash val="solid"/>
          </a:ln>
        </p:spPr>
        <p:txBody>
          <a:bodyPr vert="horz" wrap="square" lIns="91440" tIns="45720" rIns="91440" bIns="45720" rtlCol="0" anchor="ctr">
            <a:noAutofit/>
          </a:bodyPr>
          <a:lstStyle/>
          <a:p>
            <a:pPr algn="r">
              <a:defRPr/>
            </a:pPr>
            <a:endParaRPr/>
          </a:p>
        </p:txBody>
      </p:sp>
      <p:sp>
        <p:nvSpPr>
          <p:cNvPr id="7" name="AutoShape 7"/>
          <p:cNvSpPr/>
          <p:nvPr/>
        </p:nvSpPr>
        <p:spPr>
          <a:xfrm>
            <a:off x="5793038" y="6384973"/>
            <a:ext cx="605935" cy="100027"/>
          </a:xfrm>
          <a:prstGeom prst="rect">
            <a:avLst/>
          </a:prstGeom>
          <a:noFill/>
          <a:ln w="12700">
            <a:noFill/>
            <a:prstDash val="solid"/>
          </a:ln>
        </p:spPr>
        <p:txBody>
          <a:bodyPr wrap="none" lIns="0" tIns="0" rIns="0" bIns="0" rtlCol="0" anchor="ctr">
            <a:spAutoFit/>
          </a:bodyPr>
          <a:lstStyle/>
          <a:p>
            <a:pPr marL="0" indent="0" algn="ctr">
              <a:lnSpc>
                <a:spcPct val="100000"/>
              </a:lnSpc>
              <a:defRPr/>
            </a:pPr>
            <a:r>
              <a:rPr lang="en-US" sz="650" b="0" i="0" u="none" strike="noStrike">
                <a:solidFill>
                  <a:srgbClr val="808080"/>
                </a:solidFill>
                <a:latin typeface="Biennale"/>
                <a:ea typeface="Biennale"/>
                <a:cs typeface="Biennale"/>
                <a:sym typeface="Biennale"/>
              </a:rPr>
              <a:t>© EVIDEN SAS</a:t>
            </a:r>
            <a:endParaRPr lang="en-US" sz="110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1_Title Only">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and Text">
    <p:spTree>
      <p:nvGrpSpPr>
        <p:cNvPr id="1" name=""/>
        <p:cNvGrpSpPr/>
        <p:nvPr/>
      </p:nvGrpSpPr>
      <p:grpSpPr>
        <a:xfrm>
          <a:off x="0" y="0"/>
          <a:ext cx="0" cy="0"/>
          <a:chOff x="0" y="0"/>
          <a:chExt cx="0" cy="0"/>
        </a:xfrm>
      </p:grpSpPr>
      <p:sp>
        <p:nvSpPr>
          <p:cNvPr id="2" name="AutoShape 2"/>
          <p:cNvSpPr>
            <a:spLocks noGrp="1"/>
          </p:cNvSpPr>
          <p:nvPr>
            <p:ph type="body" sz="quarter" idx="44" hasCustomPrompt="1"/>
          </p:nvPr>
        </p:nvSpPr>
        <p:spPr>
          <a:xfrm>
            <a:off x="501520" y="1557338"/>
            <a:ext cx="11183565" cy="4787900"/>
          </a:xfrm>
          <a:prstGeom prst="rect">
            <a:avLst/>
          </a:prstGeom>
          <a:noFill/>
          <a:ln w="12700">
            <a:noFill/>
            <a:prstDash val="solid"/>
          </a:ln>
        </p:spPr>
        <p:txBody>
          <a:bodyPr wrap="square" lIns="0" tIns="0" rIns="0" bIns="0" anchor="t">
            <a:noAutofit/>
          </a:bodyPr>
          <a:lstStyle>
            <a:lvl1pPr marL="431800" indent="-203200" algn="l">
              <a:lnSpc>
                <a:spcPct val="100000"/>
              </a:lnSpc>
              <a:defRPr sz="1600" b="0" i="0" u="none" strike="noStrike" spc="0">
                <a:solidFill>
                  <a:srgbClr val="00005C">
                    <a:alpha val="100000"/>
                  </a:srgbClr>
                </a:solidFill>
                <a:latin typeface="Biennale"/>
              </a:defRPr>
            </a:lvl1pPr>
            <a:lvl2pPr marL="660400" indent="-203200"/>
            <a:lvl3pPr marL="889000" indent="-203200"/>
            <a:lvl4pPr marL="1117600" indent="-203200"/>
            <a:lvl5pPr marL="914400" indent="0"/>
            <a:lvl6pPr marL="711200" indent="0"/>
            <a:lvl7pPr marL="508000" indent="0"/>
            <a:lvl8pPr marL="304800" indent="0"/>
            <a:lvl9pPr marL="101600" indent="0"/>
          </a:lstStyle>
          <a:p>
            <a:pPr marL="228600" indent="-228600" algn="l">
              <a:lnSpc>
                <a:spcPct val="100000"/>
              </a:lnSpc>
              <a:spcAft>
                <a:spcPts val="600"/>
              </a:spcAft>
              <a:buClr>
                <a:srgbClr val="00005C"/>
              </a:buClr>
              <a:buFont typeface="Arial" panose="020B0604020202020204"/>
              <a:buChar char="•"/>
            </a:pPr>
            <a:r>
              <a:rPr lang="en-US" sz="1600" b="0" i="0" u="none" strike="noStrike">
                <a:solidFill>
                  <a:srgbClr val="00005C"/>
                </a:solidFill>
                <a:latin typeface="Biennale"/>
                <a:ea typeface="Biennale"/>
                <a:cs typeface="Biennale"/>
                <a:sym typeface="Biennale"/>
              </a:rPr>
              <a:t>Start typing to add text without a bullet point. To add a bullet point, place the cursor at the start of this line and press tab.</a:t>
            </a:r>
          </a:p>
          <a:p>
            <a:pPr marL="457200" lvl="1" indent="-228600" algn="l">
              <a:lnSpc>
                <a:spcPct val="100000"/>
              </a:lnSpc>
              <a:spcAft>
                <a:spcPts val="600"/>
              </a:spcAft>
              <a:buClr>
                <a:srgbClr val="00005C"/>
              </a:buClr>
              <a:buFont typeface="Arial" panose="020B0604020202020204"/>
              <a:buChar char="•"/>
            </a:pPr>
            <a:r>
              <a:rPr lang="en-US" sz="1600" b="0" i="0" u="none" strike="noStrike">
                <a:solidFill>
                  <a:srgbClr val="00005C"/>
                </a:solidFill>
                <a:latin typeface="Biennale"/>
                <a:ea typeface="Biennale"/>
                <a:cs typeface="Biennale"/>
                <a:sym typeface="Biennale"/>
              </a:rPr>
              <a:t>Second level</a:t>
            </a:r>
          </a:p>
          <a:p>
            <a:pPr marL="685800" lvl="2" indent="-228600" algn="l">
              <a:lnSpc>
                <a:spcPct val="100000"/>
              </a:lnSpc>
              <a:spcAft>
                <a:spcPts val="600"/>
              </a:spcAft>
              <a:buClr>
                <a:srgbClr val="00005C"/>
              </a:buClr>
              <a:buFont typeface="Arial" panose="020B0604020202020204"/>
              <a:buChar char="•"/>
            </a:pPr>
            <a:r>
              <a:rPr lang="en-US" sz="1600" b="0" i="0" u="none" strike="noStrike">
                <a:solidFill>
                  <a:srgbClr val="00005C"/>
                </a:solidFill>
                <a:latin typeface="Biennale"/>
                <a:ea typeface="Biennale"/>
                <a:cs typeface="Biennale"/>
                <a:sym typeface="Biennale"/>
              </a:rPr>
              <a:t>Third level</a:t>
            </a:r>
          </a:p>
          <a:p>
            <a:pPr marL="914400" lvl="3" indent="-228600" algn="l">
              <a:lnSpc>
                <a:spcPct val="100000"/>
              </a:lnSpc>
              <a:spcAft>
                <a:spcPts val="600"/>
              </a:spcAft>
              <a:buClr>
                <a:srgbClr val="00005C"/>
              </a:buClr>
              <a:buFont typeface="Arial" panose="020B0604020202020204"/>
              <a:buChar char="•"/>
            </a:pPr>
            <a:r>
              <a:rPr lang="en-US" sz="1600" b="0" i="0" u="none" strike="noStrike">
                <a:solidFill>
                  <a:srgbClr val="00005C"/>
                </a:solidFill>
                <a:latin typeface="Biennale"/>
                <a:ea typeface="Biennale"/>
                <a:cs typeface="Biennale"/>
                <a:sym typeface="Biennale"/>
              </a:rPr>
              <a:t>Fourth level</a:t>
            </a:r>
          </a:p>
          <a:p>
            <a:pPr marL="914400" lvl="4" indent="0" algn="l">
              <a:lnSpc>
                <a:spcPct val="100000"/>
              </a:lnSpc>
              <a:spcAft>
                <a:spcPts val="600"/>
              </a:spcAft>
            </a:pPr>
            <a:r>
              <a:rPr lang="en-US" sz="1600" b="0" i="0" u="none" strike="noStrike">
                <a:solidFill>
                  <a:srgbClr val="00005C"/>
                </a:solidFill>
                <a:latin typeface="Biennale"/>
                <a:ea typeface="Biennale"/>
                <a:cs typeface="Biennale"/>
                <a:sym typeface="Biennale"/>
              </a:rPr>
              <a:t>Fifth level</a:t>
            </a:r>
          </a:p>
        </p:txBody>
      </p:sp>
      <p:sp>
        <p:nvSpPr>
          <p:cNvPr id="3" name="AutoShape 3"/>
          <p:cNvSpPr>
            <a:spLocks noGrp="1"/>
          </p:cNvSpPr>
          <p:nvPr>
            <p:ph type="body" sz="quarter" idx="45" hasCustomPrompt="1"/>
          </p:nvPr>
        </p:nvSpPr>
        <p:spPr>
          <a:xfrm>
            <a:off x="503870" y="504000"/>
            <a:ext cx="11183564" cy="369332"/>
          </a:xfrm>
          <a:prstGeom prst="rect">
            <a:avLst/>
          </a:prstGeom>
          <a:noFill/>
          <a:ln w="12700">
            <a:noFill/>
            <a:prstDash val="solid"/>
          </a:ln>
        </p:spPr>
        <p:txBody>
          <a:bodyPr wrap="square" lIns="0" tIns="0" rIns="0" bIns="0" anchor="t">
            <a:noAutofit/>
          </a:bodyPr>
          <a:lstStyle>
            <a:lvl1pPr algn="l">
              <a:lnSpc>
                <a:spcPct val="100000"/>
              </a:lnSpc>
              <a:defRPr sz="2800" b="0" i="0" u="none" strike="noStrike" spc="0">
                <a:solidFill>
                  <a:srgbClr val="0073E6">
                    <a:alpha val="100000"/>
                  </a:srgbClr>
                </a:solidFill>
                <a:latin typeface="Biennale Bold"/>
              </a:defRPr>
            </a:lvl1pPr>
          </a:lstStyle>
          <a:p>
            <a:pPr marL="0" indent="0" algn="l">
              <a:lnSpc>
                <a:spcPct val="100000"/>
              </a:lnSpc>
            </a:pPr>
            <a:r>
              <a:rPr lang="en-US" sz="2800" b="0" i="0" u="none" strike="noStrike">
                <a:solidFill>
                  <a:srgbClr val="0073E6"/>
                </a:solidFill>
                <a:latin typeface="Biennale Bold"/>
                <a:ea typeface="Biennale Bold"/>
                <a:cs typeface="Biennale Bold"/>
                <a:sym typeface="Biennale Bold"/>
              </a:rPr>
              <a:t>Insert page title (sentence case)</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Divider Page">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a:spLocks noGrp="1"/>
          </p:cNvSpPr>
          <p:nvPr>
            <p:ph type="body" sz="quarter" idx="46" hasCustomPrompt="1"/>
          </p:nvPr>
        </p:nvSpPr>
        <p:spPr>
          <a:xfrm>
            <a:off x="503869" y="3090446"/>
            <a:ext cx="11182288" cy="677108"/>
          </a:xfrm>
          <a:prstGeom prst="rect">
            <a:avLst/>
          </a:prstGeom>
          <a:noFill/>
          <a:ln w="12700">
            <a:noFill/>
            <a:prstDash val="solid"/>
          </a:ln>
        </p:spPr>
        <p:txBody>
          <a:bodyPr wrap="square" lIns="0" tIns="0" rIns="0" bIns="0" anchor="ctr">
            <a:noAutofit/>
          </a:bodyPr>
          <a:lstStyle>
            <a:lvl1pPr algn="l">
              <a:lnSpc>
                <a:spcPct val="100000"/>
              </a:lnSpc>
              <a:defRPr sz="4400" b="0" i="0" u="none" strike="noStrike" spc="0">
                <a:solidFill>
                  <a:srgbClr val="000000">
                    <a:alpha val="100000"/>
                  </a:srgbClr>
                </a:solidFill>
                <a:latin typeface="Biennale Bold"/>
              </a:defRPr>
            </a:lvl1pPr>
          </a:lstStyle>
          <a:p>
            <a:pPr marL="0" indent="0" algn="l">
              <a:lnSpc>
                <a:spcPct val="100000"/>
              </a:lnSpc>
            </a:pPr>
            <a:r>
              <a:rPr lang="en-US" sz="4400" b="0" i="0" u="none" strike="noStrike">
                <a:solidFill>
                  <a:srgbClr val="000000"/>
                </a:solidFill>
                <a:latin typeface="Biennale Bold"/>
                <a:ea typeface="Biennale Bold"/>
                <a:cs typeface="Biennale Bold"/>
                <a:sym typeface="Biennale Bold"/>
              </a:rPr>
              <a:t>Divider page</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Custom Layout">
    <p:spTree>
      <p:nvGrpSpPr>
        <p:cNvPr id="1" name=""/>
        <p:cNvGrpSpPr/>
        <p:nvPr/>
      </p:nvGrpSpPr>
      <p:grpSpPr>
        <a:xfrm>
          <a:off x="0" y="0"/>
          <a:ext cx="0" cy="0"/>
          <a:chOff x="0" y="0"/>
          <a:chExt cx="0" cy="0"/>
        </a:xfrm>
      </p:grpSpPr>
      <p:sp>
        <p:nvSpPr>
          <p:cNvPr id="2" name="AutoShape 2"/>
          <p:cNvSpPr>
            <a:spLocks noGrp="1"/>
          </p:cNvSpPr>
          <p:nvPr>
            <p:ph type="pic" sz="quarter" idx="47"/>
          </p:nvPr>
        </p:nvSpPr>
        <p:spPr>
          <a:xfrm>
            <a:off x="403411" y="38695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 name="AutoShape 3"/>
          <p:cNvSpPr>
            <a:spLocks noGrp="1"/>
          </p:cNvSpPr>
          <p:nvPr>
            <p:ph type="pic" sz="quarter" idx="48"/>
          </p:nvPr>
        </p:nvSpPr>
        <p:spPr>
          <a:xfrm>
            <a:off x="403411" y="1439904"/>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 name="AutoShape 4"/>
          <p:cNvSpPr>
            <a:spLocks noGrp="1"/>
          </p:cNvSpPr>
          <p:nvPr>
            <p:ph type="pic" sz="quarter" idx="49"/>
          </p:nvPr>
        </p:nvSpPr>
        <p:spPr>
          <a:xfrm>
            <a:off x="403411" y="354236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5" name="AutoShape 5"/>
          <p:cNvSpPr>
            <a:spLocks noGrp="1"/>
          </p:cNvSpPr>
          <p:nvPr>
            <p:ph type="pic" sz="quarter" idx="50"/>
          </p:nvPr>
        </p:nvSpPr>
        <p:spPr>
          <a:xfrm>
            <a:off x="403411" y="249284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6" name="AutoShape 6"/>
          <p:cNvSpPr>
            <a:spLocks noGrp="1"/>
          </p:cNvSpPr>
          <p:nvPr>
            <p:ph type="pic" sz="quarter" idx="51"/>
          </p:nvPr>
        </p:nvSpPr>
        <p:spPr>
          <a:xfrm>
            <a:off x="403411" y="5651686"/>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7" name="AutoShape 7"/>
          <p:cNvSpPr>
            <a:spLocks noGrp="1"/>
          </p:cNvSpPr>
          <p:nvPr>
            <p:ph type="pic" sz="quarter" idx="52"/>
          </p:nvPr>
        </p:nvSpPr>
        <p:spPr>
          <a:xfrm>
            <a:off x="403411" y="459873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8" name="AutoShape 8"/>
          <p:cNvSpPr>
            <a:spLocks noGrp="1"/>
          </p:cNvSpPr>
          <p:nvPr>
            <p:ph type="pic" sz="quarter" idx="53"/>
          </p:nvPr>
        </p:nvSpPr>
        <p:spPr>
          <a:xfrm>
            <a:off x="1705399" y="38695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9" name="AutoShape 9"/>
          <p:cNvSpPr>
            <a:spLocks noGrp="1"/>
          </p:cNvSpPr>
          <p:nvPr>
            <p:ph type="pic" sz="quarter" idx="54"/>
          </p:nvPr>
        </p:nvSpPr>
        <p:spPr>
          <a:xfrm>
            <a:off x="3007387" y="38695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0" name="AutoShape 10"/>
          <p:cNvSpPr>
            <a:spLocks noGrp="1"/>
          </p:cNvSpPr>
          <p:nvPr>
            <p:ph type="pic" sz="quarter" idx="55"/>
          </p:nvPr>
        </p:nvSpPr>
        <p:spPr>
          <a:xfrm>
            <a:off x="4309375" y="38695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1" name="AutoShape 11"/>
          <p:cNvSpPr>
            <a:spLocks noGrp="1"/>
          </p:cNvSpPr>
          <p:nvPr>
            <p:ph type="pic" sz="quarter" idx="56"/>
          </p:nvPr>
        </p:nvSpPr>
        <p:spPr>
          <a:xfrm>
            <a:off x="5611363" y="38695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2" name="AutoShape 12"/>
          <p:cNvSpPr>
            <a:spLocks noGrp="1"/>
          </p:cNvSpPr>
          <p:nvPr>
            <p:ph type="pic" sz="quarter" idx="57"/>
          </p:nvPr>
        </p:nvSpPr>
        <p:spPr>
          <a:xfrm>
            <a:off x="6913351" y="38695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3" name="AutoShape 13"/>
          <p:cNvSpPr>
            <a:spLocks noGrp="1"/>
          </p:cNvSpPr>
          <p:nvPr>
            <p:ph type="pic" sz="quarter" idx="58"/>
          </p:nvPr>
        </p:nvSpPr>
        <p:spPr>
          <a:xfrm>
            <a:off x="8215339" y="38695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4" name="AutoShape 14"/>
          <p:cNvSpPr>
            <a:spLocks noGrp="1"/>
          </p:cNvSpPr>
          <p:nvPr>
            <p:ph type="pic" sz="quarter" idx="59"/>
          </p:nvPr>
        </p:nvSpPr>
        <p:spPr>
          <a:xfrm>
            <a:off x="9517327" y="38695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5" name="AutoShape 15"/>
          <p:cNvSpPr>
            <a:spLocks noGrp="1"/>
          </p:cNvSpPr>
          <p:nvPr>
            <p:ph type="pic" sz="quarter" idx="60"/>
          </p:nvPr>
        </p:nvSpPr>
        <p:spPr>
          <a:xfrm>
            <a:off x="10819317" y="390393"/>
            <a:ext cx="1218883" cy="872151"/>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6" name="AutoShape 16"/>
          <p:cNvSpPr>
            <a:spLocks noGrp="1"/>
          </p:cNvSpPr>
          <p:nvPr>
            <p:ph type="pic" sz="quarter" idx="61"/>
          </p:nvPr>
        </p:nvSpPr>
        <p:spPr>
          <a:xfrm>
            <a:off x="1705399" y="143647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7" name="AutoShape 17"/>
          <p:cNvSpPr>
            <a:spLocks noGrp="1"/>
          </p:cNvSpPr>
          <p:nvPr>
            <p:ph type="pic" sz="quarter" idx="62"/>
          </p:nvPr>
        </p:nvSpPr>
        <p:spPr>
          <a:xfrm>
            <a:off x="3007387" y="143647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8" name="AutoShape 18"/>
          <p:cNvSpPr>
            <a:spLocks noGrp="1"/>
          </p:cNvSpPr>
          <p:nvPr>
            <p:ph type="pic" sz="quarter" idx="63"/>
          </p:nvPr>
        </p:nvSpPr>
        <p:spPr>
          <a:xfrm>
            <a:off x="4309375" y="143647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9" name="AutoShape 19"/>
          <p:cNvSpPr>
            <a:spLocks noGrp="1"/>
          </p:cNvSpPr>
          <p:nvPr>
            <p:ph type="pic" sz="quarter" idx="64"/>
          </p:nvPr>
        </p:nvSpPr>
        <p:spPr>
          <a:xfrm>
            <a:off x="5611363" y="143647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0" name="AutoShape 20"/>
          <p:cNvSpPr>
            <a:spLocks noGrp="1"/>
          </p:cNvSpPr>
          <p:nvPr>
            <p:ph type="pic" sz="quarter" idx="65"/>
          </p:nvPr>
        </p:nvSpPr>
        <p:spPr>
          <a:xfrm>
            <a:off x="6913351" y="143647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1" name="AutoShape 21"/>
          <p:cNvSpPr>
            <a:spLocks noGrp="1"/>
          </p:cNvSpPr>
          <p:nvPr>
            <p:ph type="pic" sz="quarter" idx="66"/>
          </p:nvPr>
        </p:nvSpPr>
        <p:spPr>
          <a:xfrm>
            <a:off x="8215339" y="143647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2" name="AutoShape 22"/>
          <p:cNvSpPr>
            <a:spLocks noGrp="1"/>
          </p:cNvSpPr>
          <p:nvPr>
            <p:ph type="pic" sz="quarter" idx="67"/>
          </p:nvPr>
        </p:nvSpPr>
        <p:spPr>
          <a:xfrm>
            <a:off x="9517327" y="143647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3" name="AutoShape 23"/>
          <p:cNvSpPr>
            <a:spLocks noGrp="1"/>
          </p:cNvSpPr>
          <p:nvPr>
            <p:ph type="pic" sz="quarter" idx="68"/>
          </p:nvPr>
        </p:nvSpPr>
        <p:spPr>
          <a:xfrm>
            <a:off x="10819317" y="1439904"/>
            <a:ext cx="1218883" cy="872151"/>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4" name="AutoShape 24"/>
          <p:cNvSpPr>
            <a:spLocks noGrp="1"/>
          </p:cNvSpPr>
          <p:nvPr>
            <p:ph type="pic" sz="quarter" idx="69"/>
          </p:nvPr>
        </p:nvSpPr>
        <p:spPr>
          <a:xfrm>
            <a:off x="1705399" y="249284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5" name="AutoShape 25"/>
          <p:cNvSpPr>
            <a:spLocks noGrp="1"/>
          </p:cNvSpPr>
          <p:nvPr>
            <p:ph type="pic" sz="quarter" idx="70"/>
          </p:nvPr>
        </p:nvSpPr>
        <p:spPr>
          <a:xfrm>
            <a:off x="3007387" y="249284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6" name="AutoShape 26"/>
          <p:cNvSpPr>
            <a:spLocks noGrp="1"/>
          </p:cNvSpPr>
          <p:nvPr>
            <p:ph type="pic" sz="quarter" idx="71"/>
          </p:nvPr>
        </p:nvSpPr>
        <p:spPr>
          <a:xfrm>
            <a:off x="4309375" y="249284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7" name="AutoShape 27"/>
          <p:cNvSpPr>
            <a:spLocks noGrp="1"/>
          </p:cNvSpPr>
          <p:nvPr>
            <p:ph type="pic" sz="quarter" idx="72"/>
          </p:nvPr>
        </p:nvSpPr>
        <p:spPr>
          <a:xfrm>
            <a:off x="5611363" y="249284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8" name="AutoShape 28"/>
          <p:cNvSpPr>
            <a:spLocks noGrp="1"/>
          </p:cNvSpPr>
          <p:nvPr>
            <p:ph type="pic" sz="quarter" idx="73"/>
          </p:nvPr>
        </p:nvSpPr>
        <p:spPr>
          <a:xfrm>
            <a:off x="6913351" y="249284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9" name="AutoShape 29"/>
          <p:cNvSpPr>
            <a:spLocks noGrp="1"/>
          </p:cNvSpPr>
          <p:nvPr>
            <p:ph type="pic" sz="quarter" idx="74"/>
          </p:nvPr>
        </p:nvSpPr>
        <p:spPr>
          <a:xfrm>
            <a:off x="8215339" y="249284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0" name="AutoShape 30"/>
          <p:cNvSpPr>
            <a:spLocks noGrp="1"/>
          </p:cNvSpPr>
          <p:nvPr>
            <p:ph type="pic" sz="quarter" idx="75"/>
          </p:nvPr>
        </p:nvSpPr>
        <p:spPr>
          <a:xfrm>
            <a:off x="9517327" y="249284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1" name="AutoShape 31"/>
          <p:cNvSpPr>
            <a:spLocks noGrp="1"/>
          </p:cNvSpPr>
          <p:nvPr>
            <p:ph type="pic" sz="quarter" idx="76"/>
          </p:nvPr>
        </p:nvSpPr>
        <p:spPr>
          <a:xfrm>
            <a:off x="10819317" y="2496283"/>
            <a:ext cx="1218883" cy="872151"/>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2" name="AutoShape 32"/>
          <p:cNvSpPr>
            <a:spLocks noGrp="1"/>
          </p:cNvSpPr>
          <p:nvPr>
            <p:ph type="pic" sz="quarter" idx="77"/>
          </p:nvPr>
        </p:nvSpPr>
        <p:spPr>
          <a:xfrm>
            <a:off x="1705399" y="354236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3" name="AutoShape 33"/>
          <p:cNvSpPr>
            <a:spLocks noGrp="1"/>
          </p:cNvSpPr>
          <p:nvPr>
            <p:ph type="pic" sz="quarter" idx="78"/>
          </p:nvPr>
        </p:nvSpPr>
        <p:spPr>
          <a:xfrm>
            <a:off x="3007387" y="354236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4" name="AutoShape 34"/>
          <p:cNvSpPr>
            <a:spLocks noGrp="1"/>
          </p:cNvSpPr>
          <p:nvPr>
            <p:ph type="pic" sz="quarter" idx="79"/>
          </p:nvPr>
        </p:nvSpPr>
        <p:spPr>
          <a:xfrm>
            <a:off x="4309375" y="354236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5" name="AutoShape 35"/>
          <p:cNvSpPr>
            <a:spLocks noGrp="1"/>
          </p:cNvSpPr>
          <p:nvPr>
            <p:ph type="pic" sz="quarter" idx="80"/>
          </p:nvPr>
        </p:nvSpPr>
        <p:spPr>
          <a:xfrm>
            <a:off x="5611363" y="354236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6" name="AutoShape 36"/>
          <p:cNvSpPr>
            <a:spLocks noGrp="1"/>
          </p:cNvSpPr>
          <p:nvPr>
            <p:ph type="pic" sz="quarter" idx="81"/>
          </p:nvPr>
        </p:nvSpPr>
        <p:spPr>
          <a:xfrm>
            <a:off x="6913351" y="354236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7" name="AutoShape 37"/>
          <p:cNvSpPr>
            <a:spLocks noGrp="1"/>
          </p:cNvSpPr>
          <p:nvPr>
            <p:ph type="pic" sz="quarter" idx="82"/>
          </p:nvPr>
        </p:nvSpPr>
        <p:spPr>
          <a:xfrm>
            <a:off x="8215339" y="354236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8" name="AutoShape 38"/>
          <p:cNvSpPr>
            <a:spLocks noGrp="1"/>
          </p:cNvSpPr>
          <p:nvPr>
            <p:ph type="pic" sz="quarter" idx="83"/>
          </p:nvPr>
        </p:nvSpPr>
        <p:spPr>
          <a:xfrm>
            <a:off x="9517327" y="354236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9" name="AutoShape 39"/>
          <p:cNvSpPr>
            <a:spLocks noGrp="1"/>
          </p:cNvSpPr>
          <p:nvPr>
            <p:ph type="pic" sz="quarter" idx="84"/>
          </p:nvPr>
        </p:nvSpPr>
        <p:spPr>
          <a:xfrm>
            <a:off x="10819317" y="3542360"/>
            <a:ext cx="1218883" cy="872151"/>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0" name="AutoShape 40"/>
          <p:cNvSpPr>
            <a:spLocks noGrp="1"/>
          </p:cNvSpPr>
          <p:nvPr>
            <p:ph type="pic" sz="quarter" idx="85"/>
          </p:nvPr>
        </p:nvSpPr>
        <p:spPr>
          <a:xfrm>
            <a:off x="1705399" y="459873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1" name="AutoShape 41"/>
          <p:cNvSpPr>
            <a:spLocks noGrp="1"/>
          </p:cNvSpPr>
          <p:nvPr>
            <p:ph type="pic" sz="quarter" idx="86"/>
          </p:nvPr>
        </p:nvSpPr>
        <p:spPr>
          <a:xfrm>
            <a:off x="3007387" y="459873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2" name="AutoShape 42"/>
          <p:cNvSpPr>
            <a:spLocks noGrp="1"/>
          </p:cNvSpPr>
          <p:nvPr>
            <p:ph type="pic" sz="quarter" idx="87"/>
          </p:nvPr>
        </p:nvSpPr>
        <p:spPr>
          <a:xfrm>
            <a:off x="4309375" y="459873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3" name="AutoShape 43"/>
          <p:cNvSpPr>
            <a:spLocks noGrp="1"/>
          </p:cNvSpPr>
          <p:nvPr>
            <p:ph type="pic" sz="quarter" idx="88"/>
          </p:nvPr>
        </p:nvSpPr>
        <p:spPr>
          <a:xfrm>
            <a:off x="5611363" y="459873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4" name="AutoShape 44"/>
          <p:cNvSpPr>
            <a:spLocks noGrp="1"/>
          </p:cNvSpPr>
          <p:nvPr>
            <p:ph type="pic" sz="quarter" idx="89"/>
          </p:nvPr>
        </p:nvSpPr>
        <p:spPr>
          <a:xfrm>
            <a:off x="6913351" y="459873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5" name="AutoShape 45"/>
          <p:cNvSpPr>
            <a:spLocks noGrp="1"/>
          </p:cNvSpPr>
          <p:nvPr>
            <p:ph type="pic" sz="quarter" idx="90"/>
          </p:nvPr>
        </p:nvSpPr>
        <p:spPr>
          <a:xfrm>
            <a:off x="8215339" y="459873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6" name="AutoShape 46"/>
          <p:cNvSpPr>
            <a:spLocks noGrp="1"/>
          </p:cNvSpPr>
          <p:nvPr>
            <p:ph type="pic" sz="quarter" idx="91"/>
          </p:nvPr>
        </p:nvSpPr>
        <p:spPr>
          <a:xfrm>
            <a:off x="9517327" y="459873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7" name="AutoShape 47"/>
          <p:cNvSpPr>
            <a:spLocks noGrp="1"/>
          </p:cNvSpPr>
          <p:nvPr>
            <p:ph type="pic" sz="quarter" idx="92"/>
          </p:nvPr>
        </p:nvSpPr>
        <p:spPr>
          <a:xfrm>
            <a:off x="10819317" y="4602173"/>
            <a:ext cx="1218883" cy="872151"/>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8" name="AutoShape 48"/>
          <p:cNvSpPr>
            <a:spLocks noGrp="1"/>
          </p:cNvSpPr>
          <p:nvPr>
            <p:ph type="pic" sz="quarter" idx="93"/>
          </p:nvPr>
        </p:nvSpPr>
        <p:spPr>
          <a:xfrm>
            <a:off x="1705399" y="5648252"/>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9" name="AutoShape 49"/>
          <p:cNvSpPr>
            <a:spLocks noGrp="1"/>
          </p:cNvSpPr>
          <p:nvPr>
            <p:ph type="pic" sz="quarter" idx="94"/>
          </p:nvPr>
        </p:nvSpPr>
        <p:spPr>
          <a:xfrm>
            <a:off x="3007387" y="5648252"/>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50" name="AutoShape 50"/>
          <p:cNvSpPr>
            <a:spLocks noGrp="1"/>
          </p:cNvSpPr>
          <p:nvPr>
            <p:ph type="pic" sz="quarter" idx="95"/>
          </p:nvPr>
        </p:nvSpPr>
        <p:spPr>
          <a:xfrm>
            <a:off x="4309375" y="5648252"/>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51" name="AutoShape 51"/>
          <p:cNvSpPr>
            <a:spLocks noGrp="1"/>
          </p:cNvSpPr>
          <p:nvPr>
            <p:ph type="pic" sz="quarter" idx="96"/>
          </p:nvPr>
        </p:nvSpPr>
        <p:spPr>
          <a:xfrm>
            <a:off x="5611363" y="5648252"/>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52" name="AutoShape 52"/>
          <p:cNvSpPr>
            <a:spLocks noGrp="1"/>
          </p:cNvSpPr>
          <p:nvPr>
            <p:ph type="pic" sz="quarter" idx="97"/>
          </p:nvPr>
        </p:nvSpPr>
        <p:spPr>
          <a:xfrm>
            <a:off x="6913351" y="5648252"/>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53" name="AutoShape 53"/>
          <p:cNvSpPr>
            <a:spLocks noGrp="1"/>
          </p:cNvSpPr>
          <p:nvPr>
            <p:ph type="pic" sz="quarter" idx="98"/>
          </p:nvPr>
        </p:nvSpPr>
        <p:spPr>
          <a:xfrm>
            <a:off x="8215339" y="5648252"/>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54" name="AutoShape 54"/>
          <p:cNvSpPr>
            <a:spLocks noGrp="1"/>
          </p:cNvSpPr>
          <p:nvPr>
            <p:ph type="pic" sz="quarter" idx="99"/>
          </p:nvPr>
        </p:nvSpPr>
        <p:spPr>
          <a:xfrm>
            <a:off x="9517327" y="5648252"/>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55" name="AutoShape 55"/>
          <p:cNvSpPr>
            <a:spLocks noGrp="1"/>
          </p:cNvSpPr>
          <p:nvPr>
            <p:ph type="pic" sz="quarter" idx="100"/>
          </p:nvPr>
        </p:nvSpPr>
        <p:spPr>
          <a:xfrm>
            <a:off x="10819317" y="5651686"/>
            <a:ext cx="1218883" cy="872151"/>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reserve="1">
  <p:cSld name="Cover">
    <p:spTree>
      <p:nvGrpSpPr>
        <p:cNvPr id="1" name=""/>
        <p:cNvGrpSpPr/>
        <p:nvPr/>
      </p:nvGrpSpPr>
      <p:grpSpPr>
        <a:xfrm>
          <a:off x="0" y="0"/>
          <a:ext cx="0" cy="0"/>
          <a:chOff x="0" y="0"/>
          <a:chExt cx="0" cy="0"/>
        </a:xfrm>
      </p:grpSpPr>
      <p:sp>
        <p:nvSpPr>
          <p:cNvPr id="2" name="AutoShape 2"/>
          <p:cNvSpPr>
            <a:spLocks noGrp="1"/>
          </p:cNvSpPr>
          <p:nvPr>
            <p:ph type="body" sz="quarter" idx="104" hasCustomPrompt="1"/>
          </p:nvPr>
        </p:nvSpPr>
        <p:spPr>
          <a:xfrm>
            <a:off x="423068" y="2415203"/>
            <a:ext cx="5486400" cy="1828800"/>
          </a:xfrm>
          <a:prstGeom prst="rect">
            <a:avLst/>
          </a:prstGeom>
          <a:noFill/>
          <a:ln w="12700">
            <a:noFill/>
            <a:prstDash val="solid"/>
          </a:ln>
        </p:spPr>
        <p:txBody>
          <a:bodyPr wrap="square" lIns="0" tIns="0" rIns="0" bIns="0" anchor="t">
            <a:noAutofit/>
          </a:bodyPr>
          <a:lstStyle>
            <a:lvl1pPr algn="l">
              <a:lnSpc>
                <a:spcPct val="100000"/>
              </a:lnSpc>
              <a:defRPr sz="4800" b="0" i="0" u="none" strike="noStrike" spc="0">
                <a:solidFill>
                  <a:srgbClr val="0073E6">
                    <a:alpha val="100000"/>
                  </a:srgbClr>
                </a:solidFill>
                <a:latin typeface="Biennale Bold"/>
              </a:defRPr>
            </a:lvl1pPr>
          </a:lstStyle>
          <a:p>
            <a:pPr marL="0" indent="0" algn="l">
              <a:lnSpc>
                <a:spcPct val="100000"/>
              </a:lnSpc>
              <a:spcAft>
                <a:spcPts val="300"/>
              </a:spcAft>
            </a:pPr>
            <a:r>
              <a:rPr lang="en-US" sz="4800" b="0" i="0" u="none" strike="noStrike">
                <a:solidFill>
                  <a:srgbClr val="0073E6"/>
                </a:solidFill>
                <a:latin typeface="Biennale Bold"/>
                <a:ea typeface="Biennale Bold"/>
                <a:cs typeface="Biennale Bold"/>
                <a:sym typeface="Biennale Bold"/>
              </a:rPr>
              <a:t>Presentation title</a:t>
            </a:r>
          </a:p>
        </p:txBody>
      </p:sp>
      <p:sp>
        <p:nvSpPr>
          <p:cNvPr id="3" name="AutoShape 3"/>
          <p:cNvSpPr>
            <a:spLocks noGrp="1"/>
          </p:cNvSpPr>
          <p:nvPr>
            <p:ph type="body" sz="quarter" idx="105" hasCustomPrompt="1"/>
          </p:nvPr>
        </p:nvSpPr>
        <p:spPr>
          <a:xfrm>
            <a:off x="423068" y="3138594"/>
            <a:ext cx="5486400" cy="1216152"/>
          </a:xfrm>
          <a:prstGeom prst="rect">
            <a:avLst/>
          </a:prstGeom>
          <a:noFill/>
          <a:ln w="12700">
            <a:noFill/>
            <a:prstDash val="solid"/>
          </a:ln>
        </p:spPr>
        <p:txBody>
          <a:bodyPr wrap="square" lIns="0" tIns="0" rIns="0" bIns="0" anchor="t">
            <a:noAutofit/>
          </a:bodyPr>
          <a:lstStyle>
            <a:lvl1pPr algn="l">
              <a:lnSpc>
                <a:spcPct val="100000"/>
              </a:lnSpc>
              <a:defRPr sz="3600" b="0" i="0" u="none" strike="noStrike" spc="0">
                <a:solidFill>
                  <a:srgbClr val="00005C">
                    <a:alpha val="100000"/>
                  </a:srgbClr>
                </a:solidFill>
                <a:latin typeface="Biennale Bold"/>
              </a:defRPr>
            </a:lvl1pPr>
          </a:lstStyle>
          <a:p>
            <a:pPr marL="0" indent="0" algn="l">
              <a:lnSpc>
                <a:spcPct val="100000"/>
              </a:lnSpc>
              <a:spcAft>
                <a:spcPts val="600"/>
              </a:spcAft>
            </a:pPr>
            <a:r>
              <a:rPr lang="en-US" sz="3600" b="0" i="0" u="none" strike="noStrike">
                <a:solidFill>
                  <a:srgbClr val="00005C"/>
                </a:solidFill>
                <a:latin typeface="Biennale Bold"/>
                <a:ea typeface="Biennale Bold"/>
                <a:cs typeface="Biennale Bold"/>
                <a:sym typeface="Biennale Bold"/>
              </a:rPr>
              <a:t>Subtitle</a:t>
            </a:r>
          </a:p>
        </p:txBody>
      </p:sp>
      <p:sp>
        <p:nvSpPr>
          <p:cNvPr id="4" name="AutoShape 4"/>
          <p:cNvSpPr>
            <a:spLocks noGrp="1"/>
          </p:cNvSpPr>
          <p:nvPr>
            <p:ph type="body" sz="quarter" idx="106" hasCustomPrompt="1"/>
          </p:nvPr>
        </p:nvSpPr>
        <p:spPr>
          <a:xfrm>
            <a:off x="423068" y="4771707"/>
            <a:ext cx="3657600" cy="640080"/>
          </a:xfrm>
          <a:prstGeom prst="rect">
            <a:avLst/>
          </a:prstGeom>
          <a:noFill/>
          <a:ln w="12700">
            <a:noFill/>
            <a:prstDash val="solid"/>
          </a:ln>
        </p:spPr>
        <p:txBody>
          <a:bodyPr wrap="square" lIns="0" tIns="0" rIns="0" bIns="0" anchor="t">
            <a:noAutofit/>
          </a:bodyPr>
          <a:lstStyle>
            <a:lvl1pPr algn="l">
              <a:lnSpc>
                <a:spcPct val="100000"/>
              </a:lnSpc>
              <a:defRPr sz="1600" b="0" i="0" u="none" strike="noStrike" spc="0">
                <a:solidFill>
                  <a:srgbClr val="00005C">
                    <a:alpha val="100000"/>
                  </a:srgbClr>
                </a:solidFill>
                <a:latin typeface="Biennale"/>
              </a:defRPr>
            </a:lvl1pPr>
          </a:lstStyle>
          <a:p>
            <a:pPr marL="0" indent="0" algn="l">
              <a:lnSpc>
                <a:spcPct val="100000"/>
              </a:lnSpc>
              <a:spcAft>
                <a:spcPts val="600"/>
              </a:spcAft>
            </a:pPr>
            <a:r>
              <a:rPr lang="en-US" sz="1600" b="0" i="0" u="none" strike="noStrike">
                <a:solidFill>
                  <a:srgbClr val="00005C"/>
                </a:solidFill>
                <a:latin typeface="Biennale"/>
                <a:ea typeface="Biennale"/>
                <a:cs typeface="Biennale"/>
                <a:sym typeface="Biennale"/>
              </a:rPr>
              <a:t>Date</a:t>
            </a:r>
          </a:p>
        </p:txBody>
      </p:sp>
      <p:sp>
        <p:nvSpPr>
          <p:cNvPr id="5" name="AutoShape 5"/>
          <p:cNvSpPr/>
          <p:nvPr/>
        </p:nvSpPr>
        <p:spPr>
          <a:xfrm>
            <a:off x="423068" y="6391780"/>
            <a:ext cx="835165" cy="153888"/>
          </a:xfrm>
          <a:prstGeom prst="rect">
            <a:avLst/>
          </a:prstGeom>
          <a:noFill/>
          <a:ln w="12700">
            <a:noFill/>
            <a:prstDash val="solid"/>
          </a:ln>
        </p:spPr>
        <p:txBody>
          <a:bodyPr wrap="none" lIns="0" tIns="0" rIns="0" bIns="0" rtlCol="0" anchor="ctr">
            <a:spAutoFit/>
          </a:bodyPr>
          <a:lstStyle/>
          <a:p>
            <a:pPr marL="0" indent="0" algn="l">
              <a:lnSpc>
                <a:spcPct val="100000"/>
              </a:lnSpc>
              <a:defRPr/>
            </a:pPr>
            <a:r>
              <a:rPr lang="en-US" sz="1000" b="0" i="0" u="none" strike="noStrike">
                <a:solidFill>
                  <a:srgbClr val="00005C"/>
                </a:solidFill>
                <a:latin typeface="Biennale"/>
                <a:ea typeface="Biennale"/>
                <a:cs typeface="Biennale"/>
                <a:sym typeface="Biennale"/>
              </a:rPr>
              <a:t>© Atos  Group</a:t>
            </a:r>
            <a:endParaRPr lang="en-US" sz="1100"/>
          </a:p>
        </p:txBody>
      </p:sp>
      <p:sp>
        <p:nvSpPr>
          <p:cNvPr id="6" name="AutoShape 6"/>
          <p:cNvSpPr>
            <a:spLocks noGrp="1"/>
          </p:cNvSpPr>
          <p:nvPr>
            <p:ph type="pic" sz="quarter" idx="107"/>
          </p:nvPr>
        </p:nvSpPr>
        <p:spPr>
          <a:xfrm>
            <a:off x="6092952" y="0"/>
            <a:ext cx="6099048"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Only">
    <p:spTree>
      <p:nvGrpSpPr>
        <p:cNvPr id="1" name=""/>
        <p:cNvGrpSpPr/>
        <p:nvPr/>
      </p:nvGrpSpPr>
      <p:grpSpPr>
        <a:xfrm>
          <a:off x="0" y="0"/>
          <a:ext cx="0" cy="0"/>
          <a:chOff x="0" y="0"/>
          <a:chExt cx="0" cy="0"/>
        </a:xfrm>
      </p:grpSpPr>
      <p:sp>
        <p:nvSpPr>
          <p:cNvPr id="2" name="AutoShape 2"/>
          <p:cNvSpPr>
            <a:spLocks noGrp="1"/>
          </p:cNvSpPr>
          <p:nvPr>
            <p:ph type="body" sz="quarter" idx="108" hasCustomPrompt="1"/>
          </p:nvPr>
        </p:nvSpPr>
        <p:spPr>
          <a:xfrm>
            <a:off x="428624" y="291451"/>
            <a:ext cx="11337925" cy="912315"/>
          </a:xfrm>
          <a:prstGeom prst="rect">
            <a:avLst/>
          </a:prstGeom>
          <a:noFill/>
          <a:ln w="12700">
            <a:noFill/>
            <a:prstDash val="solid"/>
          </a:ln>
        </p:spPr>
        <p:txBody>
          <a:bodyPr wrap="square" lIns="0" tIns="0" rIns="0" bIns="0" anchor="t">
            <a:noAutofit/>
          </a:bodyPr>
          <a:lstStyle>
            <a:lvl1pPr algn="l">
              <a:lnSpc>
                <a:spcPct val="100000"/>
              </a:lnSpc>
              <a:defRPr sz="2800" b="0" i="0" u="none" strike="noStrike" spc="0">
                <a:solidFill>
                  <a:srgbClr val="0073E6">
                    <a:alpha val="100000"/>
                  </a:srgbClr>
                </a:solidFill>
                <a:latin typeface="Biennale Bold"/>
              </a:defRPr>
            </a:lvl1pPr>
          </a:lstStyle>
          <a:p>
            <a:pPr marL="0" indent="0" algn="l">
              <a:lnSpc>
                <a:spcPct val="100000"/>
              </a:lnSpc>
            </a:pPr>
            <a:r>
              <a:rPr lang="en-US" sz="2800" b="0" i="0" u="none" strike="noStrike">
                <a:solidFill>
                  <a:srgbClr val="0073E6"/>
                </a:solidFill>
                <a:latin typeface="Biennale Bold"/>
                <a:ea typeface="Biennale Bold"/>
                <a:cs typeface="Biennale Bold"/>
                <a:sym typeface="Biennale Bold"/>
              </a:rPr>
              <a:t>Title</a:t>
            </a:r>
          </a:p>
        </p:txBody>
      </p:sp>
      <p:sp>
        <p:nvSpPr>
          <p:cNvPr id="3" name="AutoShape 3"/>
          <p:cNvSpPr>
            <a:spLocks noGrp="1"/>
          </p:cNvSpPr>
          <p:nvPr>
            <p:ph type="body" sz="quarter" idx="109" hasCustomPrompt="1"/>
          </p:nvPr>
        </p:nvSpPr>
        <p:spPr>
          <a:xfrm>
            <a:off x="428625" y="709990"/>
            <a:ext cx="11337925" cy="493776"/>
          </a:xfrm>
          <a:prstGeom prst="rect">
            <a:avLst/>
          </a:prstGeom>
          <a:noFill/>
          <a:ln w="12700">
            <a:noFill/>
            <a:prstDash val="solid"/>
          </a:ln>
        </p:spPr>
        <p:txBody>
          <a:bodyPr wrap="square" lIns="0" tIns="0" rIns="0" bIns="0" anchor="t">
            <a:noAutofit/>
          </a:bodyPr>
          <a:lstStyle>
            <a:lvl1pPr algn="l">
              <a:lnSpc>
                <a:spcPct val="100000"/>
              </a:lnSpc>
              <a:defRPr sz="1800" b="0" i="0" u="none" strike="noStrike" spc="0">
                <a:solidFill>
                  <a:srgbClr val="00005C">
                    <a:alpha val="100000"/>
                  </a:srgbClr>
                </a:solidFill>
                <a:latin typeface="Biennale Bold"/>
              </a:defRPr>
            </a:lvl1pPr>
          </a:lstStyle>
          <a:p>
            <a:pPr marL="0" indent="0" algn="l">
              <a:lnSpc>
                <a:spcPct val="100000"/>
              </a:lnSpc>
            </a:pPr>
            <a:r>
              <a:rPr lang="en-US" sz="1800" b="0" i="0" u="none" strike="noStrike">
                <a:solidFill>
                  <a:srgbClr val="00005C"/>
                </a:solidFill>
                <a:latin typeface="Biennale Bold"/>
                <a:ea typeface="Biennale Bold"/>
                <a:cs typeface="Biennale Bold"/>
                <a:sym typeface="Biennale Bold"/>
              </a:rPr>
              <a:t>Subtitle</a:t>
            </a:r>
          </a:p>
        </p:txBody>
      </p:sp>
      <p:sp>
        <p:nvSpPr>
          <p:cNvPr id="4" name="AutoShape 4"/>
          <p:cNvSpPr>
            <a:spLocks noGrp="1"/>
          </p:cNvSpPr>
          <p:nvPr>
            <p:ph type="body" sz="quarter" idx="110"/>
          </p:nvPr>
        </p:nvSpPr>
        <p:spPr>
          <a:xfrm>
            <a:off x="428625" y="6507907"/>
            <a:ext cx="161904" cy="153888"/>
          </a:xfrm>
          <a:prstGeom prst="rect">
            <a:avLst/>
          </a:prstGeom>
          <a:noFill/>
          <a:ln w="12700">
            <a:noFill/>
            <a:prstDash val="solid"/>
          </a:ln>
        </p:spPr>
        <p:txBody>
          <a:bodyPr vert="horz" wrap="none" lIns="0" tIns="0" rIns="0" bIns="0" anchor="ctr">
            <a:spAutoFit/>
          </a:bodyPr>
          <a:lstStyle>
            <a:lvl1pPr algn="l">
              <a:lnSpc>
                <a:spcPct val="100000"/>
              </a:lnSpc>
              <a:defRPr sz="1000" b="0" i="0" u="none" strike="noStrike" spc="0">
                <a:solidFill>
                  <a:srgbClr val="00005C">
                    <a:alpha val="100000"/>
                  </a:srgbClr>
                </a:solidFill>
                <a:latin typeface="Biennale"/>
              </a:defRPr>
            </a:lvl1pPr>
          </a:lstStyle>
          <a:p>
            <a:pPr algn="l"/>
            <a:endParaRPr/>
          </a:p>
        </p:txBody>
      </p:sp>
      <p:pic>
        <p:nvPicPr>
          <p:cNvPr id="5" name="Picture 5"/>
          <p:cNvPicPr>
            <a:picLocks noChangeAspect="1"/>
          </p:cNvPicPr>
          <p:nvPr/>
        </p:nvPicPr>
        <p:blipFill>
          <a:blip r:embed="rId2"/>
          <a:srcRect/>
          <a:stretch>
            <a:fillRect/>
          </a:stretch>
        </p:blipFill>
        <p:spPr>
          <a:xfrm>
            <a:off x="287947" y="6412870"/>
            <a:ext cx="1742736" cy="343961"/>
          </a:xfrm>
          <a:prstGeom prst="rect">
            <a:avLst/>
          </a:prstGeom>
          <a:ln w="12700">
            <a:noFill/>
            <a:prstDash val="solid"/>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title" preserve="1">
  <p:cSld name="Deep Blue Title Only">
    <p:bg>
      <p:bgPr>
        <a:solidFill>
          <a:srgbClr val="00005C">
            <a:alpha val="100000"/>
          </a:srgbClr>
        </a:solidFill>
        <a:effectLst/>
      </p:bgPr>
    </p:bg>
    <p:spTree>
      <p:nvGrpSpPr>
        <p:cNvPr id="1" name=""/>
        <p:cNvGrpSpPr/>
        <p:nvPr/>
      </p:nvGrpSpPr>
      <p:grpSpPr>
        <a:xfrm>
          <a:off x="0" y="0"/>
          <a:ext cx="0" cy="0"/>
          <a:chOff x="0" y="0"/>
          <a:chExt cx="0" cy="0"/>
        </a:xfrm>
      </p:grpSpPr>
      <p:sp>
        <p:nvSpPr>
          <p:cNvPr id="2" name="AutoShape 2"/>
          <p:cNvSpPr>
            <a:spLocks noGrp="1"/>
          </p:cNvSpPr>
          <p:nvPr>
            <p:ph type="body" sz="quarter" idx="111" hasCustomPrompt="1"/>
          </p:nvPr>
        </p:nvSpPr>
        <p:spPr>
          <a:xfrm>
            <a:off x="428624" y="291451"/>
            <a:ext cx="11337925" cy="912315"/>
          </a:xfrm>
          <a:prstGeom prst="rect">
            <a:avLst/>
          </a:prstGeom>
          <a:noFill/>
          <a:ln w="12700">
            <a:noFill/>
            <a:prstDash val="solid"/>
          </a:ln>
        </p:spPr>
        <p:txBody>
          <a:bodyPr wrap="square" lIns="0" tIns="0" rIns="0" bIns="0" anchor="t">
            <a:noAutofit/>
          </a:bodyPr>
          <a:lstStyle>
            <a:lvl1pPr algn="l">
              <a:lnSpc>
                <a:spcPct val="100000"/>
              </a:lnSpc>
              <a:defRPr sz="2800" b="0" i="0" u="none" strike="noStrike" spc="0">
                <a:solidFill>
                  <a:srgbClr val="FFFFFF">
                    <a:alpha val="100000"/>
                  </a:srgbClr>
                </a:solidFill>
                <a:latin typeface="Biennale Bold"/>
              </a:defRPr>
            </a:lvl1pPr>
          </a:lstStyle>
          <a:p>
            <a:pPr marL="0" indent="0" algn="l">
              <a:lnSpc>
                <a:spcPct val="100000"/>
              </a:lnSpc>
            </a:pPr>
            <a:r>
              <a:rPr lang="en-US" sz="2800" b="0" i="0" u="none" strike="noStrike">
                <a:solidFill>
                  <a:srgbClr val="FFFFFF"/>
                </a:solidFill>
                <a:latin typeface="Biennale Bold"/>
                <a:ea typeface="Biennale Bold"/>
                <a:cs typeface="Biennale Bold"/>
                <a:sym typeface="Biennale Bold"/>
              </a:rPr>
              <a:t>Title</a:t>
            </a:r>
          </a:p>
        </p:txBody>
      </p:sp>
      <p:sp>
        <p:nvSpPr>
          <p:cNvPr id="3" name="AutoShape 3"/>
          <p:cNvSpPr>
            <a:spLocks noGrp="1"/>
          </p:cNvSpPr>
          <p:nvPr>
            <p:ph type="body" sz="quarter" idx="112" hasCustomPrompt="1"/>
          </p:nvPr>
        </p:nvSpPr>
        <p:spPr>
          <a:xfrm>
            <a:off x="428625" y="709990"/>
            <a:ext cx="11337925" cy="493776"/>
          </a:xfrm>
          <a:prstGeom prst="rect">
            <a:avLst/>
          </a:prstGeom>
          <a:noFill/>
          <a:ln w="12700">
            <a:noFill/>
            <a:prstDash val="solid"/>
          </a:ln>
        </p:spPr>
        <p:txBody>
          <a:bodyPr wrap="square" lIns="0" tIns="0" rIns="0" bIns="0" anchor="t">
            <a:noAutofit/>
          </a:bodyPr>
          <a:lstStyle>
            <a:lvl1pPr algn="l">
              <a:lnSpc>
                <a:spcPct val="100000"/>
              </a:lnSpc>
              <a:defRPr sz="1800" b="0" i="0" u="none" strike="noStrike" spc="0">
                <a:solidFill>
                  <a:srgbClr val="3DC7FF">
                    <a:alpha val="100000"/>
                  </a:srgbClr>
                </a:solidFill>
                <a:latin typeface="Biennale Bold"/>
              </a:defRPr>
            </a:lvl1pPr>
          </a:lstStyle>
          <a:p>
            <a:pPr marL="0" indent="0" algn="l">
              <a:lnSpc>
                <a:spcPct val="100000"/>
              </a:lnSpc>
            </a:pPr>
            <a:r>
              <a:rPr lang="en-US" sz="1800" b="0" i="0" u="none" strike="noStrike">
                <a:solidFill>
                  <a:srgbClr val="3DC7FF"/>
                </a:solidFill>
                <a:latin typeface="Biennale Bold"/>
                <a:ea typeface="Biennale Bold"/>
                <a:cs typeface="Biennale Bold"/>
                <a:sym typeface="Biennale Bold"/>
              </a:rPr>
              <a:t>Subtitle</a:t>
            </a:r>
          </a:p>
        </p:txBody>
      </p:sp>
      <p:sp>
        <p:nvSpPr>
          <p:cNvPr id="4" name="AutoShape 4"/>
          <p:cNvSpPr>
            <a:spLocks noGrp="1"/>
          </p:cNvSpPr>
          <p:nvPr>
            <p:ph type="body" sz="quarter" idx="113"/>
          </p:nvPr>
        </p:nvSpPr>
        <p:spPr>
          <a:xfrm>
            <a:off x="428625" y="6420355"/>
            <a:ext cx="161904" cy="153888"/>
          </a:xfrm>
          <a:prstGeom prst="rect">
            <a:avLst/>
          </a:prstGeom>
          <a:noFill/>
          <a:ln w="12700">
            <a:noFill/>
            <a:prstDash val="solid"/>
          </a:ln>
        </p:spPr>
        <p:txBody>
          <a:bodyPr vert="horz" wrap="none" lIns="0" tIns="0" rIns="0" bIns="0" anchor="ctr">
            <a:spAutoFit/>
          </a:bodyPr>
          <a:lstStyle>
            <a:lvl1pPr algn="l">
              <a:lnSpc>
                <a:spcPct val="100000"/>
              </a:lnSpc>
              <a:defRPr sz="1000" b="0" i="0" u="none" strike="noStrike" spc="0">
                <a:solidFill>
                  <a:srgbClr val="FFFFFF">
                    <a:alpha val="100000"/>
                  </a:srgbClr>
                </a:solidFill>
                <a:latin typeface="Biennale"/>
              </a:defRPr>
            </a:lvl1pPr>
          </a:lstStyle>
          <a:p>
            <a:pPr algn="l"/>
            <a:endParaRPr/>
          </a:p>
        </p:txBody>
      </p:sp>
      <p:sp>
        <p:nvSpPr>
          <p:cNvPr id="5" name="AutoShape 5"/>
          <p:cNvSpPr/>
          <p:nvPr/>
        </p:nvSpPr>
        <p:spPr>
          <a:xfrm>
            <a:off x="428625" y="6420355"/>
            <a:ext cx="1279517" cy="153888"/>
          </a:xfrm>
          <a:prstGeom prst="rect">
            <a:avLst/>
          </a:prstGeom>
          <a:noFill/>
          <a:ln w="12700">
            <a:noFill/>
            <a:prstDash val="solid"/>
          </a:ln>
        </p:spPr>
        <p:txBody>
          <a:bodyPr wrap="none" lIns="0" tIns="0" rIns="0" bIns="0" rtlCol="0" anchor="ctr">
            <a:spAutoFit/>
          </a:bodyPr>
          <a:lstStyle/>
          <a:p>
            <a:pPr marL="0" indent="0" algn="l">
              <a:lnSpc>
                <a:spcPct val="100000"/>
              </a:lnSpc>
              <a:defRPr/>
            </a:pPr>
            <a:r>
              <a:rPr lang="en-US" sz="1000" b="0" i="0" u="none" strike="noStrike">
                <a:solidFill>
                  <a:srgbClr val="FFFFFF"/>
                </a:solidFill>
                <a:latin typeface="Biennale"/>
                <a:ea typeface="Biennale"/>
                <a:cs typeface="Biennale"/>
                <a:sym typeface="Biennale"/>
              </a:rPr>
              <a:t>	|	 © Atos Group </a:t>
            </a:r>
            <a:endParaRPr lang="en-US" sz="1100"/>
          </a:p>
        </p:txBody>
      </p:sp>
      <p:sp>
        <p:nvSpPr>
          <p:cNvPr id="6" name="Freeform 6"/>
          <p:cNvSpPr/>
          <p:nvPr/>
        </p:nvSpPr>
        <p:spPr>
          <a:xfrm>
            <a:off x="10944224" y="6309897"/>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3"/>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FFFFFF">
              <a:alpha val="100000"/>
            </a:srgbClr>
          </a:solidFill>
          <a:ln w="12700" cap="flat">
            <a:noFill/>
            <a:prstDash val="solid"/>
          </a:ln>
        </p:spPr>
        <p:txBody>
          <a:bodyPr wrap="square" lIns="91440" tIns="45720" rIns="91440" bIns="45720" rtlCol="0" anchor="ctr">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itle" preserve="1">
  <p:cSld name="Chapter">
    <p:bg>
      <p:bgPr>
        <a:solidFill>
          <a:srgbClr val="00005C">
            <a:alpha val="100000"/>
          </a:srgbClr>
        </a:solidFill>
        <a:effectLst/>
      </p:bgPr>
    </p:bg>
    <p:spTree>
      <p:nvGrpSpPr>
        <p:cNvPr id="1" name=""/>
        <p:cNvGrpSpPr/>
        <p:nvPr/>
      </p:nvGrpSpPr>
      <p:grpSpPr>
        <a:xfrm>
          <a:off x="0" y="0"/>
          <a:ext cx="0" cy="0"/>
          <a:chOff x="0" y="0"/>
          <a:chExt cx="0" cy="0"/>
        </a:xfrm>
      </p:grpSpPr>
      <p:grpSp>
        <p:nvGrpSpPr>
          <p:cNvPr id="2" name="Group 2"/>
          <p:cNvGrpSpPr/>
          <p:nvPr/>
        </p:nvGrpSpPr>
        <p:grpSpPr>
          <a:xfrm>
            <a:off x="1703638" y="0"/>
            <a:ext cx="9768784" cy="6858000"/>
            <a:chOff x="1703638" y="0"/>
            <a:chExt cx="9768784" cy="6858000"/>
          </a:xfrm>
        </p:grpSpPr>
        <p:pic>
          <p:nvPicPr>
            <p:cNvPr id="3"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0800000">
              <a:off x="6588030" y="0"/>
              <a:ext cx="4884392" cy="4884392"/>
            </a:xfrm>
            <a:prstGeom prst="rect">
              <a:avLst/>
            </a:prstGeom>
          </p:spPr>
        </p:pic>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703638" y="4884393"/>
              <a:ext cx="4884392" cy="1973607"/>
            </a:xfrm>
            <a:prstGeom prst="rect">
              <a:avLst/>
            </a:prstGeom>
          </p:spPr>
        </p:pic>
      </p:grpSp>
      <p:sp>
        <p:nvSpPr>
          <p:cNvPr id="5" name="AutoShape 5"/>
          <p:cNvSpPr>
            <a:spLocks noGrp="1"/>
          </p:cNvSpPr>
          <p:nvPr>
            <p:ph type="body" sz="quarter" idx="114" hasCustomPrompt="1"/>
          </p:nvPr>
        </p:nvSpPr>
        <p:spPr>
          <a:xfrm>
            <a:off x="428625" y="1196367"/>
            <a:ext cx="5852160" cy="1554480"/>
          </a:xfrm>
          <a:prstGeom prst="rect">
            <a:avLst/>
          </a:prstGeom>
          <a:noFill/>
          <a:ln w="12700">
            <a:noFill/>
            <a:prstDash val="solid"/>
          </a:ln>
        </p:spPr>
        <p:txBody>
          <a:bodyPr wrap="square" lIns="0" tIns="0" rIns="0" bIns="0" anchor="b">
            <a:noAutofit/>
          </a:bodyPr>
          <a:lstStyle>
            <a:lvl1pPr algn="l">
              <a:lnSpc>
                <a:spcPct val="100000"/>
              </a:lnSpc>
              <a:defRPr sz="4800" b="0" i="0" u="none" strike="noStrike" spc="0">
                <a:solidFill>
                  <a:srgbClr val="FFFFFF">
                    <a:alpha val="100000"/>
                  </a:srgbClr>
                </a:solidFill>
                <a:latin typeface="Biennale Bold"/>
              </a:defRPr>
            </a:lvl1pPr>
          </a:lstStyle>
          <a:p>
            <a:pPr marL="0" indent="0" algn="l">
              <a:lnSpc>
                <a:spcPct val="100000"/>
              </a:lnSpc>
              <a:spcAft>
                <a:spcPts val="300"/>
              </a:spcAft>
            </a:pPr>
            <a:r>
              <a:rPr lang="en-US" sz="4800" b="0" i="0" u="none" strike="noStrike">
                <a:solidFill>
                  <a:srgbClr val="FFFFFF"/>
                </a:solidFill>
                <a:latin typeface="Biennale Bold"/>
                <a:ea typeface="Biennale Bold"/>
                <a:cs typeface="Biennale Bold"/>
                <a:sym typeface="Biennale Bold"/>
              </a:rPr>
              <a:t>Chapter title</a:t>
            </a:r>
          </a:p>
        </p:txBody>
      </p:sp>
      <p:sp>
        <p:nvSpPr>
          <p:cNvPr id="6" name="AutoShape 6"/>
          <p:cNvSpPr>
            <a:spLocks noGrp="1"/>
          </p:cNvSpPr>
          <p:nvPr>
            <p:ph type="body" sz="quarter" idx="115" hasCustomPrompt="1"/>
          </p:nvPr>
        </p:nvSpPr>
        <p:spPr>
          <a:xfrm>
            <a:off x="428625" y="2748074"/>
            <a:ext cx="5852160" cy="1216152"/>
          </a:xfrm>
          <a:prstGeom prst="rect">
            <a:avLst/>
          </a:prstGeom>
          <a:noFill/>
          <a:ln w="12700">
            <a:noFill/>
            <a:prstDash val="solid"/>
          </a:ln>
        </p:spPr>
        <p:txBody>
          <a:bodyPr wrap="square" lIns="0" tIns="0" rIns="0" bIns="0" anchor="t">
            <a:noAutofit/>
          </a:bodyPr>
          <a:lstStyle>
            <a:lvl1pPr algn="l">
              <a:lnSpc>
                <a:spcPct val="100000"/>
              </a:lnSpc>
              <a:defRPr sz="3600" b="0" i="0" u="none" strike="noStrike" spc="0">
                <a:solidFill>
                  <a:srgbClr val="3DC7FF">
                    <a:alpha val="100000"/>
                  </a:srgbClr>
                </a:solidFill>
                <a:latin typeface="Biennale Bold"/>
              </a:defRPr>
            </a:lvl1pPr>
          </a:lstStyle>
          <a:p>
            <a:pPr marL="0" indent="0" algn="l">
              <a:lnSpc>
                <a:spcPct val="100000"/>
              </a:lnSpc>
              <a:spcAft>
                <a:spcPts val="600"/>
              </a:spcAft>
            </a:pPr>
            <a:r>
              <a:rPr lang="en-US" sz="3600" b="0" i="0" u="none" strike="noStrike">
                <a:solidFill>
                  <a:srgbClr val="3DC7FF"/>
                </a:solidFill>
                <a:latin typeface="Biennale Bold"/>
                <a:ea typeface="Biennale Bold"/>
                <a:cs typeface="Biennale Bold"/>
                <a:sym typeface="Biennale Bold"/>
              </a:rPr>
              <a:t>Subtitle</a:t>
            </a:r>
          </a:p>
        </p:txBody>
      </p:sp>
      <p:sp>
        <p:nvSpPr>
          <p:cNvPr id="7" name="Freeform 7"/>
          <p:cNvSpPr/>
          <p:nvPr/>
        </p:nvSpPr>
        <p:spPr>
          <a:xfrm>
            <a:off x="10944224" y="6309897"/>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3"/>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FFFFFF">
              <a:alpha val="100000"/>
            </a:srgbClr>
          </a:solidFill>
          <a:ln w="12700" cap="flat">
            <a:noFill/>
            <a:prstDash val="solid"/>
          </a:ln>
        </p:spPr>
        <p:txBody>
          <a:bodyPr wrap="square" lIns="91440" tIns="45720" rIns="91440" bIns="45720" rtlCol="0" anchor="ctr">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hank you">
    <p:spTree>
      <p:nvGrpSpPr>
        <p:cNvPr id="1" name=""/>
        <p:cNvGrpSpPr/>
        <p:nvPr/>
      </p:nvGrpSpPr>
      <p:grpSpPr>
        <a:xfrm>
          <a:off x="0" y="0"/>
          <a:ext cx="0" cy="0"/>
          <a:chOff x="0" y="0"/>
          <a:chExt cx="0" cy="0"/>
        </a:xfrm>
      </p:grpSpPr>
      <p:sp>
        <p:nvSpPr>
          <p:cNvPr id="2" name="AutoShape 2"/>
          <p:cNvSpPr>
            <a:spLocks noGrp="1"/>
          </p:cNvSpPr>
          <p:nvPr>
            <p:ph type="body" sz="quarter" idx="116" hasCustomPrompt="1"/>
          </p:nvPr>
        </p:nvSpPr>
        <p:spPr>
          <a:xfrm>
            <a:off x="428625" y="1189363"/>
            <a:ext cx="5370060" cy="1231106"/>
          </a:xfrm>
          <a:prstGeom prst="rect">
            <a:avLst/>
          </a:prstGeom>
          <a:noFill/>
          <a:ln w="12700">
            <a:noFill/>
            <a:prstDash val="solid"/>
          </a:ln>
        </p:spPr>
        <p:txBody>
          <a:bodyPr wrap="none" lIns="0" tIns="0" rIns="0" bIns="0" anchor="ctr">
            <a:spAutoFit/>
          </a:bodyPr>
          <a:lstStyle>
            <a:lvl1pPr algn="l">
              <a:lnSpc>
                <a:spcPct val="100000"/>
              </a:lnSpc>
              <a:defRPr sz="8000" b="0" i="0" u="none" strike="noStrike" spc="0">
                <a:solidFill>
                  <a:srgbClr val="0073E6">
                    <a:alpha val="100000"/>
                  </a:srgbClr>
                </a:solidFill>
                <a:latin typeface="Biennale Bold"/>
              </a:defRPr>
            </a:lvl1pPr>
          </a:lstStyle>
          <a:p>
            <a:pPr marL="0" indent="0" algn="l">
              <a:lnSpc>
                <a:spcPct val="100000"/>
              </a:lnSpc>
            </a:pPr>
            <a:r>
              <a:rPr lang="en-US" sz="8000" b="0" i="0" u="none" strike="noStrike">
                <a:solidFill>
                  <a:srgbClr val="0073E6"/>
                </a:solidFill>
                <a:latin typeface="Biennale Bold"/>
                <a:ea typeface="Biennale Bold"/>
                <a:cs typeface="Biennale Bold"/>
                <a:sym typeface="Biennale Bold"/>
              </a:rPr>
              <a:t>Thank you!</a:t>
            </a:r>
          </a:p>
        </p:txBody>
      </p:sp>
      <p:sp>
        <p:nvSpPr>
          <p:cNvPr id="3" name="AutoShape 3"/>
          <p:cNvSpPr/>
          <p:nvPr/>
        </p:nvSpPr>
        <p:spPr>
          <a:xfrm>
            <a:off x="428625" y="5422415"/>
            <a:ext cx="3383281" cy="492443"/>
          </a:xfrm>
          <a:prstGeom prst="rect">
            <a:avLst/>
          </a:prstGeom>
          <a:noFill/>
          <a:ln w="12700">
            <a:noFill/>
            <a:prstDash val="solid"/>
          </a:ln>
        </p:spPr>
        <p:txBody>
          <a:bodyPr wrap="square" lIns="0" tIns="0" rIns="0" bIns="0" rtlCol="0" anchor="b">
            <a:spAutoFit/>
          </a:bodyPr>
          <a:lstStyle/>
          <a:p>
            <a:pPr marL="0" indent="0" algn="l">
              <a:lnSpc>
                <a:spcPct val="100000"/>
              </a:lnSpc>
              <a:defRPr/>
            </a:pPr>
            <a:r>
              <a:rPr lang="en-US" sz="800" b="0" i="0" u="none" strike="noStrike">
                <a:solidFill>
                  <a:srgbClr val="00005C"/>
                </a:solidFill>
                <a:latin typeface="Biennale"/>
                <a:ea typeface="Biennale"/>
                <a:cs typeface="Biennale"/>
                <a:sym typeface="Biennale"/>
              </a:rPr>
              <a:t>Atos is a registered trademark of Atos SE. © 2024 Atos. Confidential information owned by Atos, to be used by the recipient only. This document, or any part of it, may not be reproduced, copied, circulated and/or distributed nor quoted without prior written approval from Atos.</a:t>
            </a:r>
            <a:endParaRPr lang="en-US" sz="1100"/>
          </a:p>
        </p:txBody>
      </p:sp>
      <p:sp>
        <p:nvSpPr>
          <p:cNvPr id="4" name="AutoShape 4"/>
          <p:cNvSpPr>
            <a:spLocks noGrp="1"/>
          </p:cNvSpPr>
          <p:nvPr>
            <p:ph type="body" sz="quarter" idx="117" hasCustomPrompt="1"/>
          </p:nvPr>
        </p:nvSpPr>
        <p:spPr>
          <a:xfrm>
            <a:off x="428625" y="6316314"/>
            <a:ext cx="2560320" cy="92333"/>
          </a:xfrm>
          <a:prstGeom prst="rect">
            <a:avLst/>
          </a:prstGeom>
          <a:noFill/>
          <a:ln w="12700">
            <a:noFill/>
            <a:prstDash val="solid"/>
          </a:ln>
        </p:spPr>
        <p:txBody>
          <a:bodyPr wrap="none" lIns="0" tIns="0" rIns="0" bIns="0" anchor="ctr">
            <a:noAutofit/>
          </a:bodyPr>
          <a:lstStyle>
            <a:lvl1pPr algn="l">
              <a:lnSpc>
                <a:spcPct val="100000"/>
              </a:lnSpc>
              <a:defRPr sz="600" b="0" i="0" u="none" strike="noStrike" spc="0">
                <a:solidFill>
                  <a:srgbClr val="00005C">
                    <a:alpha val="100000"/>
                  </a:srgbClr>
                </a:solidFill>
                <a:latin typeface="Biennale"/>
              </a:defRPr>
            </a:lvl1pPr>
          </a:lstStyle>
          <a:p>
            <a:pPr marL="0" indent="0" algn="l">
              <a:lnSpc>
                <a:spcPct val="100000"/>
              </a:lnSpc>
            </a:pPr>
            <a:r>
              <a:rPr lang="en-US" sz="600" b="0" i="0" u="none" strike="noStrike">
                <a:solidFill>
                  <a:srgbClr val="00005C"/>
                </a:solidFill>
                <a:latin typeface="Biennale"/>
                <a:ea typeface="Biennale"/>
                <a:cs typeface="Biennale"/>
                <a:sym typeface="Biennale"/>
              </a:rPr>
              <a:t>Job Number-Designer-BP</a:t>
            </a:r>
          </a:p>
        </p:txBody>
      </p:sp>
      <p:sp>
        <p:nvSpPr>
          <p:cNvPr id="5" name="AutoShape 5"/>
          <p:cNvSpPr/>
          <p:nvPr/>
        </p:nvSpPr>
        <p:spPr>
          <a:xfrm>
            <a:off x="5884404" y="6391780"/>
            <a:ext cx="423193" cy="153888"/>
          </a:xfrm>
          <a:prstGeom prst="rect">
            <a:avLst/>
          </a:prstGeom>
          <a:noFill/>
          <a:ln w="12700">
            <a:noFill/>
            <a:prstDash val="solid"/>
          </a:ln>
        </p:spPr>
        <p:txBody>
          <a:bodyPr wrap="none" lIns="0" tIns="0" rIns="0" bIns="0" rtlCol="0" anchor="ctr">
            <a:spAutoFit/>
          </a:bodyPr>
          <a:lstStyle/>
          <a:p>
            <a:pPr marL="0" indent="0" algn="l">
              <a:lnSpc>
                <a:spcPct val="100000"/>
              </a:lnSpc>
              <a:defRPr/>
            </a:pPr>
            <a:r>
              <a:rPr lang="en-US" sz="1000" b="0" i="0" u="none" strike="noStrike">
                <a:solidFill>
                  <a:srgbClr val="00005C"/>
                </a:solidFill>
                <a:latin typeface="Biennale"/>
                <a:ea typeface="Biennale"/>
                <a:cs typeface="Biennale"/>
                <a:sym typeface="Biennale"/>
              </a:rPr>
              <a:t>© Atos </a:t>
            </a:r>
            <a:endParaRPr lang="en-US" sz="1100"/>
          </a:p>
        </p:txBody>
      </p:sp>
      <p:sp>
        <p:nvSpPr>
          <p:cNvPr id="6" name="Freeform 6"/>
          <p:cNvSpPr/>
          <p:nvPr/>
        </p:nvSpPr>
        <p:spPr>
          <a:xfrm>
            <a:off x="9848292" y="5921362"/>
            <a:ext cx="1920640" cy="587312"/>
          </a:xfrm>
          <a:custGeom>
            <a:avLst/>
            <a:gdLst/>
            <a:ahLst/>
            <a:cxnLst/>
            <a:rect l="l" t="t" r="r" b="b"/>
            <a:pathLst>
              <a:path w="1920640" h="587312">
                <a:moveTo>
                  <a:pt x="1348345" y="334790"/>
                </a:moveTo>
                <a:cubicBezTo>
                  <a:pt x="1348345" y="263209"/>
                  <a:pt x="1299921" y="203103"/>
                  <a:pt x="1234055" y="184974"/>
                </a:cubicBezTo>
                <a:cubicBezTo>
                  <a:pt x="1229218" y="199932"/>
                  <a:pt x="1226580" y="215897"/>
                  <a:pt x="1226580" y="232468"/>
                </a:cubicBezTo>
                <a:cubicBezTo>
                  <a:pt x="1226580" y="304049"/>
                  <a:pt x="1275041" y="364156"/>
                  <a:pt x="1340870" y="382248"/>
                </a:cubicBezTo>
                <a:cubicBezTo>
                  <a:pt x="1345744" y="367290"/>
                  <a:pt x="1348345" y="351324"/>
                  <a:pt x="1348345" y="334790"/>
                </a:cubicBezTo>
                <a:moveTo>
                  <a:pt x="1462380" y="334790"/>
                </a:moveTo>
                <a:cubicBezTo>
                  <a:pt x="1462380" y="474963"/>
                  <a:pt x="1339569" y="587312"/>
                  <a:pt x="1192648" y="587312"/>
                </a:cubicBezTo>
                <a:cubicBezTo>
                  <a:pt x="1120167" y="587312"/>
                  <a:pt x="1054355" y="560457"/>
                  <a:pt x="1005896" y="516867"/>
                </a:cubicBezTo>
                <a:cubicBezTo>
                  <a:pt x="972751" y="554354"/>
                  <a:pt x="912967" y="586726"/>
                  <a:pt x="839572" y="586726"/>
                </a:cubicBezTo>
                <a:cubicBezTo>
                  <a:pt x="751976" y="586726"/>
                  <a:pt x="661723" y="546894"/>
                  <a:pt x="661723" y="425582"/>
                </a:cubicBezTo>
                <a:lnTo>
                  <a:pt x="661723" y="189520"/>
                </a:lnTo>
                <a:lnTo>
                  <a:pt x="570097" y="189520"/>
                </a:lnTo>
                <a:lnTo>
                  <a:pt x="570097" y="100085"/>
                </a:lnTo>
                <a:lnTo>
                  <a:pt x="661723" y="100085"/>
                </a:lnTo>
                <a:lnTo>
                  <a:pt x="661723" y="3501"/>
                </a:lnTo>
                <a:lnTo>
                  <a:pt x="786530" y="3501"/>
                </a:lnTo>
                <a:lnTo>
                  <a:pt x="786530" y="100085"/>
                </a:lnTo>
                <a:lnTo>
                  <a:pt x="925537" y="100085"/>
                </a:lnTo>
                <a:lnTo>
                  <a:pt x="925537" y="189520"/>
                </a:lnTo>
                <a:lnTo>
                  <a:pt x="786530" y="189520"/>
                </a:lnTo>
                <a:lnTo>
                  <a:pt x="786530" y="414089"/>
                </a:lnTo>
                <a:cubicBezTo>
                  <a:pt x="786530" y="463031"/>
                  <a:pt x="818612" y="495751"/>
                  <a:pt x="863133" y="495751"/>
                </a:cubicBezTo>
                <a:cubicBezTo>
                  <a:pt x="896002" y="495751"/>
                  <a:pt x="930520" y="481416"/>
                  <a:pt x="956079" y="456193"/>
                </a:cubicBezTo>
                <a:cubicBezTo>
                  <a:pt x="934991" y="420101"/>
                  <a:pt x="922917" y="378802"/>
                  <a:pt x="922917" y="334790"/>
                </a:cubicBezTo>
                <a:cubicBezTo>
                  <a:pt x="922917" y="224092"/>
                  <a:pt x="1000399" y="127508"/>
                  <a:pt x="1109138" y="94677"/>
                </a:cubicBezTo>
                <a:cubicBezTo>
                  <a:pt x="1086639" y="126078"/>
                  <a:pt x="1071688" y="197659"/>
                  <a:pt x="1071615" y="237106"/>
                </a:cubicBezTo>
                <a:cubicBezTo>
                  <a:pt x="1050013" y="263778"/>
                  <a:pt x="1036969" y="297798"/>
                  <a:pt x="1036969" y="334790"/>
                </a:cubicBezTo>
                <a:cubicBezTo>
                  <a:pt x="1036969" y="420668"/>
                  <a:pt x="1106720" y="490306"/>
                  <a:pt x="1192629" y="490306"/>
                </a:cubicBezTo>
                <a:cubicBezTo>
                  <a:pt x="1223869" y="490306"/>
                  <a:pt x="1252872" y="481012"/>
                  <a:pt x="1277221" y="465176"/>
                </a:cubicBezTo>
                <a:cubicBezTo>
                  <a:pt x="1180446" y="426865"/>
                  <a:pt x="1112436" y="337118"/>
                  <a:pt x="1112436" y="232487"/>
                </a:cubicBezTo>
                <a:cubicBezTo>
                  <a:pt x="1112436" y="176799"/>
                  <a:pt x="1131747" y="125344"/>
                  <a:pt x="1164341" y="83605"/>
                </a:cubicBezTo>
                <a:cubicBezTo>
                  <a:pt x="1173667" y="82727"/>
                  <a:pt x="1183066" y="82213"/>
                  <a:pt x="1192629" y="82213"/>
                </a:cubicBezTo>
                <a:cubicBezTo>
                  <a:pt x="1229878" y="82213"/>
                  <a:pt x="1265311" y="89252"/>
                  <a:pt x="1297576" y="102065"/>
                </a:cubicBezTo>
                <a:cubicBezTo>
                  <a:pt x="1297576" y="102065"/>
                  <a:pt x="1297503" y="102102"/>
                  <a:pt x="1297503" y="102138"/>
                </a:cubicBezTo>
                <a:cubicBezTo>
                  <a:pt x="1394370" y="140430"/>
                  <a:pt x="1462361" y="230141"/>
                  <a:pt x="1462361" y="334790"/>
                </a:cubicBezTo>
                <a:moveTo>
                  <a:pt x="399376" y="338254"/>
                </a:moveTo>
                <a:lnTo>
                  <a:pt x="314601" y="114456"/>
                </a:lnTo>
                <a:lnTo>
                  <a:pt x="230010" y="338254"/>
                </a:lnTo>
                <a:lnTo>
                  <a:pt x="399393" y="338254"/>
                </a:lnTo>
                <a:close/>
                <a:moveTo>
                  <a:pt x="599356" y="505210"/>
                </a:moveTo>
                <a:lnTo>
                  <a:pt x="648000" y="505210"/>
                </a:lnTo>
                <a:lnTo>
                  <a:pt x="648000" y="576680"/>
                </a:lnTo>
                <a:lnTo>
                  <a:pt x="414637" y="576680"/>
                </a:lnTo>
                <a:lnTo>
                  <a:pt x="414637" y="505210"/>
                </a:lnTo>
                <a:lnTo>
                  <a:pt x="462622" y="505210"/>
                </a:lnTo>
                <a:lnTo>
                  <a:pt x="432923" y="426773"/>
                </a:lnTo>
                <a:lnTo>
                  <a:pt x="196517" y="426773"/>
                </a:lnTo>
                <a:lnTo>
                  <a:pt x="166892" y="505210"/>
                </a:lnTo>
                <a:lnTo>
                  <a:pt x="218101" y="505210"/>
                </a:lnTo>
                <a:lnTo>
                  <a:pt x="218101" y="576680"/>
                </a:lnTo>
                <a:lnTo>
                  <a:pt x="0" y="576680"/>
                </a:lnTo>
                <a:lnTo>
                  <a:pt x="0" y="505210"/>
                </a:lnTo>
                <a:lnTo>
                  <a:pt x="51961" y="505210"/>
                </a:lnTo>
                <a:lnTo>
                  <a:pt x="214565" y="75119"/>
                </a:lnTo>
                <a:lnTo>
                  <a:pt x="149322" y="75119"/>
                </a:lnTo>
                <a:lnTo>
                  <a:pt x="149322" y="3703"/>
                </a:lnTo>
                <a:lnTo>
                  <a:pt x="409306" y="3703"/>
                </a:lnTo>
                <a:lnTo>
                  <a:pt x="599337" y="505210"/>
                </a:lnTo>
                <a:close/>
                <a:moveTo>
                  <a:pt x="1920640" y="410074"/>
                </a:moveTo>
                <a:cubicBezTo>
                  <a:pt x="1920640" y="527665"/>
                  <a:pt x="1807120" y="587019"/>
                  <a:pt x="1673299" y="587019"/>
                </a:cubicBezTo>
                <a:cubicBezTo>
                  <a:pt x="1585702" y="587019"/>
                  <a:pt x="1507616" y="568670"/>
                  <a:pt x="1442207" y="534996"/>
                </a:cubicBezTo>
                <a:cubicBezTo>
                  <a:pt x="1459210" y="511846"/>
                  <a:pt x="1484914" y="471371"/>
                  <a:pt x="1496879" y="447322"/>
                </a:cubicBezTo>
                <a:cubicBezTo>
                  <a:pt x="1541052" y="464497"/>
                  <a:pt x="1612946" y="485083"/>
                  <a:pt x="1677824" y="485083"/>
                </a:cubicBezTo>
                <a:cubicBezTo>
                  <a:pt x="1742700" y="485083"/>
                  <a:pt x="1790666" y="460336"/>
                  <a:pt x="1790666" y="427121"/>
                </a:cubicBezTo>
                <a:cubicBezTo>
                  <a:pt x="1790666" y="398233"/>
                  <a:pt x="1780076" y="375630"/>
                  <a:pt x="1679307" y="346229"/>
                </a:cubicBezTo>
                <a:cubicBezTo>
                  <a:pt x="1548821" y="308247"/>
                  <a:pt x="1475113" y="270266"/>
                  <a:pt x="1475113" y="167651"/>
                </a:cubicBezTo>
                <a:cubicBezTo>
                  <a:pt x="1475113" y="59703"/>
                  <a:pt x="1581214" y="0"/>
                  <a:pt x="1715621" y="0"/>
                </a:cubicBezTo>
                <a:cubicBezTo>
                  <a:pt x="1773646" y="0"/>
                  <a:pt x="1843122" y="12098"/>
                  <a:pt x="1888358" y="22272"/>
                </a:cubicBezTo>
                <a:lnTo>
                  <a:pt x="1881596" y="179456"/>
                </a:lnTo>
                <a:lnTo>
                  <a:pt x="1785958" y="177825"/>
                </a:lnTo>
                <a:lnTo>
                  <a:pt x="1786416" y="99663"/>
                </a:lnTo>
                <a:cubicBezTo>
                  <a:pt x="1772290" y="96749"/>
                  <a:pt x="1751971" y="94310"/>
                  <a:pt x="1723847" y="94310"/>
                </a:cubicBezTo>
                <a:cubicBezTo>
                  <a:pt x="1651128" y="94310"/>
                  <a:pt x="1601111" y="117756"/>
                  <a:pt x="1601111" y="157331"/>
                </a:cubicBezTo>
                <a:cubicBezTo>
                  <a:pt x="1601111" y="185359"/>
                  <a:pt x="1629821" y="211774"/>
                  <a:pt x="1731286" y="242349"/>
                </a:cubicBezTo>
                <a:cubicBezTo>
                  <a:pt x="1861974" y="281668"/>
                  <a:pt x="1920585" y="318660"/>
                  <a:pt x="1920585" y="410037"/>
                </a:cubicBezTo>
              </a:path>
            </a:pathLst>
          </a:custGeom>
          <a:solidFill>
            <a:srgbClr val="0073E6">
              <a:alpha val="100000"/>
            </a:srgbClr>
          </a:solidFill>
          <a:ln w="12700" cap="flat">
            <a:noFill/>
            <a:prstDash val="solid"/>
          </a:ln>
        </p:spPr>
        <p:txBody>
          <a:bodyPr wrap="square" lIns="91440" tIns="45720" rIns="91440" bIns="45720" rtlCol="0" anchor="ctr">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s only">
    <p:spTree>
      <p:nvGrpSpPr>
        <p:cNvPr id="1" name=""/>
        <p:cNvGrpSpPr/>
        <p:nvPr/>
      </p:nvGrpSpPr>
      <p:grpSpPr>
        <a:xfrm>
          <a:off x="0" y="0"/>
          <a:ext cx="0" cy="0"/>
          <a:chOff x="0" y="0"/>
          <a:chExt cx="0" cy="0"/>
        </a:xfrm>
      </p:grpSpPr>
      <p:sp>
        <p:nvSpPr>
          <p:cNvPr id="2" name="AutoShape 2"/>
          <p:cNvSpPr>
            <a:spLocks noGrp="1"/>
          </p:cNvSpPr>
          <p:nvPr>
            <p:ph type="body" sz="quarter" idx="118" hasCustomPrompt="1"/>
          </p:nvPr>
        </p:nvSpPr>
        <p:spPr>
          <a:xfrm>
            <a:off x="303548" y="164637"/>
            <a:ext cx="11436096" cy="338554"/>
          </a:xfrm>
          <a:prstGeom prst="rect">
            <a:avLst/>
          </a:prstGeom>
          <a:noFill/>
          <a:ln w="12700">
            <a:noFill/>
            <a:prstDash val="solid"/>
          </a:ln>
        </p:spPr>
        <p:txBody>
          <a:bodyPr wrap="square" lIns="0" tIns="0" rIns="0" bIns="0" anchor="t">
            <a:noAutofit/>
          </a:bodyPr>
          <a:lstStyle>
            <a:lvl1pPr algn="l">
              <a:lnSpc>
                <a:spcPct val="100000"/>
              </a:lnSpc>
              <a:defRPr sz="2800" b="0" i="0" u="none" strike="noStrike" spc="0">
                <a:solidFill>
                  <a:srgbClr val="0073E6">
                    <a:alpha val="100000"/>
                  </a:srgbClr>
                </a:solidFill>
                <a:latin typeface="Biennale Bold"/>
              </a:defRPr>
            </a:lvl1pPr>
          </a:lstStyle>
          <a:p>
            <a:pPr marL="0" indent="0" algn="l">
              <a:lnSpc>
                <a:spcPct val="100000"/>
              </a:lnSpc>
            </a:pPr>
            <a:r>
              <a:rPr lang="en-US" sz="2800" b="0" i="0" u="none" strike="noStrike">
                <a:solidFill>
                  <a:srgbClr val="0073E6"/>
                </a:solidFill>
                <a:latin typeface="Biennale Bold"/>
                <a:ea typeface="Biennale Bold"/>
                <a:cs typeface="Biennale Bold"/>
                <a:sym typeface="Biennale Bold"/>
              </a:rPr>
              <a:t>Title in Raleway SemiBold 20pt</a:t>
            </a:r>
          </a:p>
        </p:txBody>
      </p:sp>
      <p:sp>
        <p:nvSpPr>
          <p:cNvPr id="3" name="AutoShape 3"/>
          <p:cNvSpPr>
            <a:spLocks noGrp="1"/>
          </p:cNvSpPr>
          <p:nvPr>
            <p:ph type="body" sz="quarter" idx="119" hasCustomPrompt="1"/>
          </p:nvPr>
        </p:nvSpPr>
        <p:spPr>
          <a:xfrm>
            <a:off x="303547" y="556610"/>
            <a:ext cx="11436096" cy="580529"/>
          </a:xfrm>
          <a:prstGeom prst="rect">
            <a:avLst/>
          </a:prstGeom>
          <a:noFill/>
          <a:ln w="12700">
            <a:noFill/>
            <a:prstDash val="solid"/>
          </a:ln>
        </p:spPr>
        <p:txBody>
          <a:bodyPr wrap="square" lIns="0" tIns="0" rIns="0" bIns="0" anchor="t">
            <a:noAutofit/>
          </a:bodyPr>
          <a:lstStyle>
            <a:lvl1pPr algn="l">
              <a:lnSpc>
                <a:spcPct val="100000"/>
              </a:lnSpc>
              <a:defRPr sz="2135" b="0" i="0" u="none" strike="noStrike" spc="0">
                <a:solidFill>
                  <a:srgbClr val="0596FF">
                    <a:alpha val="100000"/>
                  </a:srgbClr>
                </a:solidFill>
                <a:latin typeface="Biennale Bold"/>
              </a:defRPr>
            </a:lvl1pPr>
          </a:lstStyle>
          <a:p>
            <a:pPr marL="0" indent="0" algn="l">
              <a:lnSpc>
                <a:spcPct val="100000"/>
              </a:lnSpc>
              <a:spcAft>
                <a:spcPts val="600"/>
              </a:spcAft>
            </a:pPr>
            <a:r>
              <a:rPr lang="en-US" sz="2135" b="0" i="0" u="none" strike="noStrike">
                <a:solidFill>
                  <a:srgbClr val="0596FF"/>
                </a:solidFill>
                <a:latin typeface="Biennale Bold"/>
                <a:ea typeface="Biennale Bold"/>
                <a:cs typeface="Biennale Bold"/>
                <a:sym typeface="Biennale Bold"/>
              </a:rPr>
              <a:t>Subtitle in Raleway SemiBold 16pt</a:t>
            </a:r>
          </a:p>
        </p:txBody>
      </p:sp>
      <p:pic>
        <p:nvPicPr>
          <p:cNvPr id="4" name="Picture 4"/>
          <p:cNvPicPr>
            <a:picLocks noChangeAspect="1"/>
          </p:cNvPicPr>
          <p:nvPr/>
        </p:nvPicPr>
        <p:blipFill>
          <a:blip r:embed="rId2"/>
          <a:srcRect/>
          <a:stretch>
            <a:fillRect/>
          </a:stretch>
        </p:blipFill>
        <p:spPr>
          <a:xfrm>
            <a:off x="287947" y="6412870"/>
            <a:ext cx="1742736" cy="343961"/>
          </a:xfrm>
          <a:prstGeom prst="rect">
            <a:avLst/>
          </a:prstGeom>
          <a:ln w="12700">
            <a:noFill/>
            <a:prstDash val="solid"/>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Agenda 1">
    <p:spTree>
      <p:nvGrpSpPr>
        <p:cNvPr id="1" name=""/>
        <p:cNvGrpSpPr/>
        <p:nvPr/>
      </p:nvGrpSpPr>
      <p:grpSpPr>
        <a:xfrm>
          <a:off x="0" y="0"/>
          <a:ext cx="0" cy="0"/>
          <a:chOff x="0" y="0"/>
          <a:chExt cx="0" cy="0"/>
        </a:xfrm>
      </p:grpSpPr>
      <p:pic>
        <p:nvPicPr>
          <p:cNvPr id="2"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5400000">
            <a:off x="1117917" y="1285493"/>
            <a:ext cx="1545853" cy="1545853"/>
          </a:xfrm>
          <a:prstGeom prst="rect">
            <a:avLst/>
          </a:prstGeom>
        </p:spPr>
      </p:pic>
      <p:sp>
        <p:nvSpPr>
          <p:cNvPr id="3" name="AutoShape 3"/>
          <p:cNvSpPr>
            <a:spLocks noGrp="1"/>
          </p:cNvSpPr>
          <p:nvPr>
            <p:ph type="body" sz="quarter" idx="120" hasCustomPrompt="1"/>
          </p:nvPr>
        </p:nvSpPr>
        <p:spPr>
          <a:xfrm>
            <a:off x="2954745" y="1446367"/>
            <a:ext cx="343043" cy="369332"/>
          </a:xfrm>
          <a:prstGeom prst="rect">
            <a:avLst/>
          </a:prstGeom>
          <a:noFill/>
          <a:ln w="12700">
            <a:noFill/>
            <a:prstDash val="solid"/>
          </a:ln>
        </p:spPr>
        <p:txBody>
          <a:bodyPr wrap="none" lIns="0" tIns="0" rIns="0" bIns="0" anchor="t">
            <a:spAutoFit/>
          </a:bodyPr>
          <a:lstStyle>
            <a:lvl1pPr algn="l">
              <a:lnSpc>
                <a:spcPct val="100000"/>
              </a:lnSpc>
              <a:defRPr sz="2400" b="0" i="0" u="none" strike="noStrike" spc="0">
                <a:solidFill>
                  <a:srgbClr val="0073E6">
                    <a:alpha val="100000"/>
                  </a:srgbClr>
                </a:solidFill>
                <a:latin typeface="Biennale Bold"/>
              </a:defRPr>
            </a:lvl1pPr>
          </a:lstStyle>
          <a:p>
            <a:pPr marL="0" indent="0" algn="l">
              <a:lnSpc>
                <a:spcPct val="100000"/>
              </a:lnSpc>
            </a:pPr>
            <a:r>
              <a:rPr lang="en-US" sz="2400" b="0" i="0" u="none" strike="noStrike">
                <a:solidFill>
                  <a:srgbClr val="0073E6"/>
                </a:solidFill>
                <a:latin typeface="Biennale Bold"/>
                <a:ea typeface="Biennale Bold"/>
                <a:cs typeface="Biennale Bold"/>
                <a:sym typeface="Biennale Bold"/>
              </a:rPr>
              <a:t>01</a:t>
            </a:r>
          </a:p>
        </p:txBody>
      </p:sp>
      <p:sp>
        <p:nvSpPr>
          <p:cNvPr id="4" name="AutoShape 4"/>
          <p:cNvSpPr>
            <a:spLocks noGrp="1"/>
          </p:cNvSpPr>
          <p:nvPr>
            <p:ph type="body" sz="quarter" idx="121" hasCustomPrompt="1"/>
          </p:nvPr>
        </p:nvSpPr>
        <p:spPr>
          <a:xfrm>
            <a:off x="3674348" y="1446367"/>
            <a:ext cx="7521210" cy="822960"/>
          </a:xfrm>
          <a:prstGeom prst="rect">
            <a:avLst/>
          </a:prstGeom>
          <a:noFill/>
          <a:ln w="12700">
            <a:noFill/>
            <a:prstDash val="solid"/>
          </a:ln>
        </p:spPr>
        <p:txBody>
          <a:bodyPr wrap="none" lIns="0" tIns="0" rIns="0" bIns="0" anchor="t">
            <a:noAutofit/>
          </a:bodyPr>
          <a:lstStyle>
            <a:lvl1pPr algn="l">
              <a:lnSpc>
                <a:spcPct val="100000"/>
              </a:lnSpc>
              <a:defRPr sz="2400" b="0" i="0" u="none" strike="noStrike" spc="0">
                <a:solidFill>
                  <a:srgbClr val="00005C">
                    <a:alpha val="100000"/>
                  </a:srgbClr>
                </a:solidFill>
                <a:latin typeface="Biennale Medium"/>
              </a:defRPr>
            </a:lvl1pPr>
          </a:lstStyle>
          <a:p>
            <a:pPr marL="0" indent="0" algn="l">
              <a:lnSpc>
                <a:spcPct val="100000"/>
              </a:lnSpc>
            </a:pPr>
            <a:r>
              <a:rPr lang="en-US" sz="2400" b="0" i="0" u="none" strike="noStrike">
                <a:solidFill>
                  <a:srgbClr val="00005C"/>
                </a:solidFill>
                <a:latin typeface="Biennale Medium"/>
                <a:ea typeface="Biennale Medium"/>
                <a:cs typeface="Biennale Medium"/>
                <a:sym typeface="Biennale Medium"/>
              </a:rPr>
              <a:t>Chapter title example</a:t>
            </a:r>
          </a:p>
        </p:txBody>
      </p:sp>
      <p:sp>
        <p:nvSpPr>
          <p:cNvPr id="5" name="AutoShape 5"/>
          <p:cNvSpPr>
            <a:spLocks noGrp="1"/>
          </p:cNvSpPr>
          <p:nvPr>
            <p:ph type="body" sz="quarter" idx="122" hasCustomPrompt="1"/>
          </p:nvPr>
        </p:nvSpPr>
        <p:spPr>
          <a:xfrm>
            <a:off x="11406268" y="1446367"/>
            <a:ext cx="355867" cy="307777"/>
          </a:xfrm>
          <a:prstGeom prst="rect">
            <a:avLst/>
          </a:prstGeom>
          <a:noFill/>
          <a:ln w="12700">
            <a:noFill/>
            <a:prstDash val="solid"/>
          </a:ln>
        </p:spPr>
        <p:txBody>
          <a:bodyPr wrap="none" lIns="0" tIns="0" rIns="0" bIns="0" anchor="t">
            <a:spAutoFit/>
          </a:bodyPr>
          <a:lstStyle>
            <a:lvl1pPr algn="r">
              <a:lnSpc>
                <a:spcPct val="100000"/>
              </a:lnSpc>
              <a:defRPr sz="2000" b="0" i="0" u="none" strike="noStrike" spc="0">
                <a:solidFill>
                  <a:srgbClr val="00005C">
                    <a:alpha val="100000"/>
                  </a:srgbClr>
                </a:solidFill>
                <a:latin typeface="Biennale Medium"/>
              </a:defRPr>
            </a:lvl1pPr>
          </a:lstStyle>
          <a:p>
            <a:pPr marL="0" indent="0" algn="r">
              <a:lnSpc>
                <a:spcPct val="100000"/>
              </a:lnSpc>
            </a:pPr>
            <a:r>
              <a:rPr lang="en-US" sz="2000" b="0" i="0" u="none" strike="noStrike">
                <a:solidFill>
                  <a:srgbClr val="00005C"/>
                </a:solidFill>
                <a:latin typeface="Biennale Medium"/>
                <a:ea typeface="Biennale Medium"/>
                <a:cs typeface="Biennale Medium"/>
                <a:sym typeface="Biennale Medium"/>
              </a:rPr>
              <a:t>00</a:t>
            </a:r>
          </a:p>
        </p:txBody>
      </p:sp>
      <p:sp>
        <p:nvSpPr>
          <p:cNvPr id="6" name="AutoShape 6"/>
          <p:cNvSpPr>
            <a:spLocks noGrp="1"/>
          </p:cNvSpPr>
          <p:nvPr>
            <p:ph type="body" sz="quarter" idx="123" hasCustomPrompt="1"/>
          </p:nvPr>
        </p:nvSpPr>
        <p:spPr>
          <a:xfrm>
            <a:off x="2954745" y="2713569"/>
            <a:ext cx="395942" cy="369332"/>
          </a:xfrm>
          <a:prstGeom prst="rect">
            <a:avLst/>
          </a:prstGeom>
          <a:noFill/>
          <a:ln w="12700">
            <a:noFill/>
            <a:prstDash val="solid"/>
          </a:ln>
        </p:spPr>
        <p:txBody>
          <a:bodyPr wrap="none" lIns="0" tIns="0" rIns="0" bIns="0" anchor="t">
            <a:spAutoFit/>
          </a:bodyPr>
          <a:lstStyle>
            <a:lvl1pPr algn="l">
              <a:lnSpc>
                <a:spcPct val="100000"/>
              </a:lnSpc>
              <a:defRPr sz="2400" b="0" i="0" u="none" strike="noStrike" spc="0">
                <a:solidFill>
                  <a:srgbClr val="0073E6">
                    <a:alpha val="100000"/>
                  </a:srgbClr>
                </a:solidFill>
                <a:latin typeface="Biennale Bold"/>
              </a:defRPr>
            </a:lvl1pPr>
          </a:lstStyle>
          <a:p>
            <a:pPr marL="0" indent="0" algn="l">
              <a:lnSpc>
                <a:spcPct val="100000"/>
              </a:lnSpc>
            </a:pPr>
            <a:r>
              <a:rPr lang="en-US" sz="2400" b="0" i="0" u="none" strike="noStrike">
                <a:solidFill>
                  <a:srgbClr val="0073E6"/>
                </a:solidFill>
                <a:latin typeface="Biennale Bold"/>
                <a:ea typeface="Biennale Bold"/>
                <a:cs typeface="Biennale Bold"/>
                <a:sym typeface="Biennale Bold"/>
              </a:rPr>
              <a:t>02</a:t>
            </a:r>
          </a:p>
        </p:txBody>
      </p:sp>
      <p:sp>
        <p:nvSpPr>
          <p:cNvPr id="7" name="AutoShape 7"/>
          <p:cNvSpPr>
            <a:spLocks noGrp="1"/>
          </p:cNvSpPr>
          <p:nvPr>
            <p:ph type="body" sz="quarter" idx="124" hasCustomPrompt="1"/>
          </p:nvPr>
        </p:nvSpPr>
        <p:spPr>
          <a:xfrm>
            <a:off x="3674348" y="2713569"/>
            <a:ext cx="7521210" cy="822960"/>
          </a:xfrm>
          <a:prstGeom prst="rect">
            <a:avLst/>
          </a:prstGeom>
          <a:noFill/>
          <a:ln w="12700">
            <a:noFill/>
            <a:prstDash val="solid"/>
          </a:ln>
        </p:spPr>
        <p:txBody>
          <a:bodyPr wrap="none" lIns="0" tIns="0" rIns="0" bIns="0" anchor="t">
            <a:noAutofit/>
          </a:bodyPr>
          <a:lstStyle>
            <a:lvl1pPr algn="l">
              <a:lnSpc>
                <a:spcPct val="100000"/>
              </a:lnSpc>
              <a:defRPr sz="2400" b="0" i="0" u="none" strike="noStrike" spc="0">
                <a:solidFill>
                  <a:srgbClr val="00005C">
                    <a:alpha val="100000"/>
                  </a:srgbClr>
                </a:solidFill>
                <a:latin typeface="Biennale Medium"/>
              </a:defRPr>
            </a:lvl1pPr>
          </a:lstStyle>
          <a:p>
            <a:pPr marL="0" indent="0" algn="l">
              <a:lnSpc>
                <a:spcPct val="100000"/>
              </a:lnSpc>
            </a:pPr>
            <a:r>
              <a:rPr lang="en-US" sz="2400" b="0" i="0" u="none" strike="noStrike">
                <a:solidFill>
                  <a:srgbClr val="00005C"/>
                </a:solidFill>
                <a:latin typeface="Biennale Medium"/>
                <a:ea typeface="Biennale Medium"/>
                <a:cs typeface="Biennale Medium"/>
                <a:sym typeface="Biennale Medium"/>
              </a:rPr>
              <a:t>Chapter title example</a:t>
            </a:r>
          </a:p>
        </p:txBody>
      </p:sp>
      <p:sp>
        <p:nvSpPr>
          <p:cNvPr id="8" name="AutoShape 8"/>
          <p:cNvSpPr>
            <a:spLocks noGrp="1"/>
          </p:cNvSpPr>
          <p:nvPr>
            <p:ph type="body" sz="quarter" idx="125" hasCustomPrompt="1"/>
          </p:nvPr>
        </p:nvSpPr>
        <p:spPr>
          <a:xfrm>
            <a:off x="11406268" y="2713569"/>
            <a:ext cx="355867" cy="307777"/>
          </a:xfrm>
          <a:prstGeom prst="rect">
            <a:avLst/>
          </a:prstGeom>
          <a:noFill/>
          <a:ln w="12700">
            <a:noFill/>
            <a:prstDash val="solid"/>
          </a:ln>
        </p:spPr>
        <p:txBody>
          <a:bodyPr wrap="none" lIns="0" tIns="0" rIns="0" bIns="0" anchor="t">
            <a:spAutoFit/>
          </a:bodyPr>
          <a:lstStyle>
            <a:lvl1pPr algn="r">
              <a:lnSpc>
                <a:spcPct val="100000"/>
              </a:lnSpc>
              <a:defRPr sz="2000" b="0" i="0" u="none" strike="noStrike" spc="0">
                <a:solidFill>
                  <a:srgbClr val="00005C">
                    <a:alpha val="100000"/>
                  </a:srgbClr>
                </a:solidFill>
                <a:latin typeface="Biennale Medium"/>
              </a:defRPr>
            </a:lvl1pPr>
          </a:lstStyle>
          <a:p>
            <a:pPr marL="0" indent="0" algn="r">
              <a:lnSpc>
                <a:spcPct val="100000"/>
              </a:lnSpc>
            </a:pPr>
            <a:r>
              <a:rPr lang="en-US" sz="2000" b="0" i="0" u="none" strike="noStrike">
                <a:solidFill>
                  <a:srgbClr val="00005C"/>
                </a:solidFill>
                <a:latin typeface="Biennale Medium"/>
                <a:ea typeface="Biennale Medium"/>
                <a:cs typeface="Biennale Medium"/>
                <a:sym typeface="Biennale Medium"/>
              </a:rPr>
              <a:t>00</a:t>
            </a:r>
          </a:p>
        </p:txBody>
      </p:sp>
      <p:sp>
        <p:nvSpPr>
          <p:cNvPr id="9" name="AutoShape 9"/>
          <p:cNvSpPr>
            <a:spLocks noGrp="1"/>
          </p:cNvSpPr>
          <p:nvPr>
            <p:ph type="body" sz="quarter" idx="126" hasCustomPrompt="1"/>
          </p:nvPr>
        </p:nvSpPr>
        <p:spPr>
          <a:xfrm>
            <a:off x="2954745" y="3980771"/>
            <a:ext cx="397545" cy="369332"/>
          </a:xfrm>
          <a:prstGeom prst="rect">
            <a:avLst/>
          </a:prstGeom>
          <a:noFill/>
          <a:ln w="12700">
            <a:noFill/>
            <a:prstDash val="solid"/>
          </a:ln>
        </p:spPr>
        <p:txBody>
          <a:bodyPr wrap="none" lIns="0" tIns="0" rIns="0" bIns="0" anchor="t">
            <a:spAutoFit/>
          </a:bodyPr>
          <a:lstStyle>
            <a:lvl1pPr algn="l">
              <a:lnSpc>
                <a:spcPct val="100000"/>
              </a:lnSpc>
              <a:defRPr sz="2400" b="0" i="0" u="none" strike="noStrike" spc="0">
                <a:solidFill>
                  <a:srgbClr val="0073E6">
                    <a:alpha val="100000"/>
                  </a:srgbClr>
                </a:solidFill>
                <a:latin typeface="Biennale Bold"/>
              </a:defRPr>
            </a:lvl1pPr>
          </a:lstStyle>
          <a:p>
            <a:pPr marL="0" indent="0" algn="l">
              <a:lnSpc>
                <a:spcPct val="100000"/>
              </a:lnSpc>
            </a:pPr>
            <a:r>
              <a:rPr lang="en-US" sz="2400" b="0" i="0" u="none" strike="noStrike">
                <a:solidFill>
                  <a:srgbClr val="0073E6"/>
                </a:solidFill>
                <a:latin typeface="Biennale Bold"/>
                <a:ea typeface="Biennale Bold"/>
                <a:cs typeface="Biennale Bold"/>
                <a:sym typeface="Biennale Bold"/>
              </a:rPr>
              <a:t>03</a:t>
            </a:r>
          </a:p>
        </p:txBody>
      </p:sp>
      <p:sp>
        <p:nvSpPr>
          <p:cNvPr id="10" name="AutoShape 10"/>
          <p:cNvSpPr>
            <a:spLocks noGrp="1"/>
          </p:cNvSpPr>
          <p:nvPr>
            <p:ph type="body" sz="quarter" idx="127" hasCustomPrompt="1"/>
          </p:nvPr>
        </p:nvSpPr>
        <p:spPr>
          <a:xfrm>
            <a:off x="3674348" y="3980771"/>
            <a:ext cx="7521210" cy="822960"/>
          </a:xfrm>
          <a:prstGeom prst="rect">
            <a:avLst/>
          </a:prstGeom>
          <a:noFill/>
          <a:ln w="12700">
            <a:noFill/>
            <a:prstDash val="solid"/>
          </a:ln>
        </p:spPr>
        <p:txBody>
          <a:bodyPr wrap="none" lIns="0" tIns="0" rIns="0" bIns="0" anchor="t">
            <a:noAutofit/>
          </a:bodyPr>
          <a:lstStyle>
            <a:lvl1pPr algn="l">
              <a:lnSpc>
                <a:spcPct val="100000"/>
              </a:lnSpc>
              <a:defRPr sz="2400" b="0" i="0" u="none" strike="noStrike" spc="0">
                <a:solidFill>
                  <a:srgbClr val="00005C">
                    <a:alpha val="100000"/>
                  </a:srgbClr>
                </a:solidFill>
                <a:latin typeface="Biennale Medium"/>
              </a:defRPr>
            </a:lvl1pPr>
          </a:lstStyle>
          <a:p>
            <a:pPr marL="0" indent="0" algn="l">
              <a:lnSpc>
                <a:spcPct val="100000"/>
              </a:lnSpc>
            </a:pPr>
            <a:r>
              <a:rPr lang="en-US" sz="2400" b="0" i="0" u="none" strike="noStrike">
                <a:solidFill>
                  <a:srgbClr val="00005C"/>
                </a:solidFill>
                <a:latin typeface="Biennale Medium"/>
                <a:ea typeface="Biennale Medium"/>
                <a:cs typeface="Biennale Medium"/>
                <a:sym typeface="Biennale Medium"/>
              </a:rPr>
              <a:t>Chapter title example</a:t>
            </a:r>
          </a:p>
        </p:txBody>
      </p:sp>
      <p:sp>
        <p:nvSpPr>
          <p:cNvPr id="11" name="AutoShape 11"/>
          <p:cNvSpPr>
            <a:spLocks noGrp="1"/>
          </p:cNvSpPr>
          <p:nvPr>
            <p:ph type="body" sz="quarter" idx="128" hasCustomPrompt="1"/>
          </p:nvPr>
        </p:nvSpPr>
        <p:spPr>
          <a:xfrm>
            <a:off x="11406268" y="3980771"/>
            <a:ext cx="355867" cy="307777"/>
          </a:xfrm>
          <a:prstGeom prst="rect">
            <a:avLst/>
          </a:prstGeom>
          <a:noFill/>
          <a:ln w="12700">
            <a:noFill/>
            <a:prstDash val="solid"/>
          </a:ln>
        </p:spPr>
        <p:txBody>
          <a:bodyPr wrap="none" lIns="0" tIns="0" rIns="0" bIns="0" anchor="t">
            <a:spAutoFit/>
          </a:bodyPr>
          <a:lstStyle>
            <a:lvl1pPr algn="r">
              <a:lnSpc>
                <a:spcPct val="100000"/>
              </a:lnSpc>
              <a:defRPr sz="2000" b="0" i="0" u="none" strike="noStrike" spc="0">
                <a:solidFill>
                  <a:srgbClr val="00005C">
                    <a:alpha val="100000"/>
                  </a:srgbClr>
                </a:solidFill>
                <a:latin typeface="Biennale Medium"/>
              </a:defRPr>
            </a:lvl1pPr>
          </a:lstStyle>
          <a:p>
            <a:pPr marL="0" indent="0" algn="r">
              <a:lnSpc>
                <a:spcPct val="100000"/>
              </a:lnSpc>
            </a:pPr>
            <a:r>
              <a:rPr lang="en-US" sz="2000" b="0" i="0" u="none" strike="noStrike">
                <a:solidFill>
                  <a:srgbClr val="00005C"/>
                </a:solidFill>
                <a:latin typeface="Biennale Medium"/>
                <a:ea typeface="Biennale Medium"/>
                <a:cs typeface="Biennale Medium"/>
                <a:sym typeface="Biennale Medium"/>
              </a:rPr>
              <a:t>00</a:t>
            </a:r>
          </a:p>
        </p:txBody>
      </p:sp>
      <p:sp>
        <p:nvSpPr>
          <p:cNvPr id="12" name="AutoShape 12"/>
          <p:cNvSpPr>
            <a:spLocks noGrp="1"/>
          </p:cNvSpPr>
          <p:nvPr>
            <p:ph type="body" sz="quarter" idx="129" hasCustomPrompt="1"/>
          </p:nvPr>
        </p:nvSpPr>
        <p:spPr>
          <a:xfrm>
            <a:off x="2954745" y="5247973"/>
            <a:ext cx="403957" cy="369332"/>
          </a:xfrm>
          <a:prstGeom prst="rect">
            <a:avLst/>
          </a:prstGeom>
          <a:noFill/>
          <a:ln w="12700">
            <a:noFill/>
            <a:prstDash val="solid"/>
          </a:ln>
        </p:spPr>
        <p:txBody>
          <a:bodyPr wrap="none" lIns="0" tIns="0" rIns="0" bIns="0" anchor="t">
            <a:spAutoFit/>
          </a:bodyPr>
          <a:lstStyle>
            <a:lvl1pPr algn="l">
              <a:lnSpc>
                <a:spcPct val="100000"/>
              </a:lnSpc>
              <a:defRPr sz="2400" b="0" i="0" u="none" strike="noStrike" spc="0">
                <a:solidFill>
                  <a:srgbClr val="0073E6">
                    <a:alpha val="100000"/>
                  </a:srgbClr>
                </a:solidFill>
                <a:latin typeface="Biennale Bold"/>
              </a:defRPr>
            </a:lvl1pPr>
          </a:lstStyle>
          <a:p>
            <a:pPr marL="0" indent="0" algn="l">
              <a:lnSpc>
                <a:spcPct val="100000"/>
              </a:lnSpc>
            </a:pPr>
            <a:r>
              <a:rPr lang="en-US" sz="2400" b="0" i="0" u="none" strike="noStrike">
                <a:solidFill>
                  <a:srgbClr val="0073E6"/>
                </a:solidFill>
                <a:latin typeface="Biennale Bold"/>
                <a:ea typeface="Biennale Bold"/>
                <a:cs typeface="Biennale Bold"/>
                <a:sym typeface="Biennale Bold"/>
              </a:rPr>
              <a:t>04</a:t>
            </a:r>
          </a:p>
        </p:txBody>
      </p:sp>
      <p:sp>
        <p:nvSpPr>
          <p:cNvPr id="13" name="AutoShape 13"/>
          <p:cNvSpPr>
            <a:spLocks noGrp="1"/>
          </p:cNvSpPr>
          <p:nvPr>
            <p:ph type="body" sz="quarter" idx="130" hasCustomPrompt="1"/>
          </p:nvPr>
        </p:nvSpPr>
        <p:spPr>
          <a:xfrm>
            <a:off x="3674348" y="5247973"/>
            <a:ext cx="7521210" cy="822960"/>
          </a:xfrm>
          <a:prstGeom prst="rect">
            <a:avLst/>
          </a:prstGeom>
          <a:noFill/>
          <a:ln w="12700">
            <a:noFill/>
            <a:prstDash val="solid"/>
          </a:ln>
        </p:spPr>
        <p:txBody>
          <a:bodyPr wrap="none" lIns="0" tIns="0" rIns="0" bIns="0" anchor="t">
            <a:noAutofit/>
          </a:bodyPr>
          <a:lstStyle>
            <a:lvl1pPr algn="l">
              <a:lnSpc>
                <a:spcPct val="100000"/>
              </a:lnSpc>
              <a:defRPr sz="2400" b="0" i="0" u="none" strike="noStrike" spc="0">
                <a:solidFill>
                  <a:srgbClr val="00005C">
                    <a:alpha val="100000"/>
                  </a:srgbClr>
                </a:solidFill>
                <a:latin typeface="Biennale Medium"/>
              </a:defRPr>
            </a:lvl1pPr>
          </a:lstStyle>
          <a:p>
            <a:pPr marL="0" indent="0" algn="l">
              <a:lnSpc>
                <a:spcPct val="100000"/>
              </a:lnSpc>
            </a:pPr>
            <a:r>
              <a:rPr lang="en-US" sz="2400" b="0" i="0" u="none" strike="noStrike">
                <a:solidFill>
                  <a:srgbClr val="00005C"/>
                </a:solidFill>
                <a:latin typeface="Biennale Medium"/>
                <a:ea typeface="Biennale Medium"/>
                <a:cs typeface="Biennale Medium"/>
                <a:sym typeface="Biennale Medium"/>
              </a:rPr>
              <a:t>Chapter title example</a:t>
            </a:r>
          </a:p>
        </p:txBody>
      </p:sp>
      <p:sp>
        <p:nvSpPr>
          <p:cNvPr id="14" name="AutoShape 14"/>
          <p:cNvSpPr>
            <a:spLocks noGrp="1"/>
          </p:cNvSpPr>
          <p:nvPr>
            <p:ph type="body" sz="quarter" idx="131" hasCustomPrompt="1"/>
          </p:nvPr>
        </p:nvSpPr>
        <p:spPr>
          <a:xfrm>
            <a:off x="11406268" y="5247973"/>
            <a:ext cx="355867" cy="307777"/>
          </a:xfrm>
          <a:prstGeom prst="rect">
            <a:avLst/>
          </a:prstGeom>
          <a:noFill/>
          <a:ln w="12700">
            <a:noFill/>
            <a:prstDash val="solid"/>
          </a:ln>
        </p:spPr>
        <p:txBody>
          <a:bodyPr wrap="none" lIns="0" tIns="0" rIns="0" bIns="0" anchor="t">
            <a:spAutoFit/>
          </a:bodyPr>
          <a:lstStyle>
            <a:lvl1pPr algn="r">
              <a:lnSpc>
                <a:spcPct val="100000"/>
              </a:lnSpc>
              <a:defRPr sz="2000" b="0" i="0" u="none" strike="noStrike" spc="0">
                <a:solidFill>
                  <a:srgbClr val="00005C">
                    <a:alpha val="100000"/>
                  </a:srgbClr>
                </a:solidFill>
                <a:latin typeface="Biennale Medium"/>
              </a:defRPr>
            </a:lvl1pPr>
          </a:lstStyle>
          <a:p>
            <a:pPr marL="0" indent="0" algn="r">
              <a:lnSpc>
                <a:spcPct val="100000"/>
              </a:lnSpc>
            </a:pPr>
            <a:r>
              <a:rPr lang="en-US" sz="2000" b="0" i="0" u="none" strike="noStrike">
                <a:solidFill>
                  <a:srgbClr val="00005C"/>
                </a:solidFill>
                <a:latin typeface="Biennale Medium"/>
                <a:ea typeface="Biennale Medium"/>
                <a:cs typeface="Biennale Medium"/>
                <a:sym typeface="Biennale Medium"/>
              </a:rPr>
              <a:t>00</a:t>
            </a:r>
          </a:p>
        </p:txBody>
      </p:sp>
      <p:sp>
        <p:nvSpPr>
          <p:cNvPr id="15" name="AutoShape 15"/>
          <p:cNvSpPr>
            <a:spLocks noGrp="1"/>
          </p:cNvSpPr>
          <p:nvPr>
            <p:ph type="body" sz="quarter" idx="132" hasCustomPrompt="1"/>
          </p:nvPr>
        </p:nvSpPr>
        <p:spPr>
          <a:xfrm>
            <a:off x="428624" y="291451"/>
            <a:ext cx="11337925" cy="912315"/>
          </a:xfrm>
          <a:prstGeom prst="rect">
            <a:avLst/>
          </a:prstGeom>
          <a:noFill/>
          <a:ln w="12700">
            <a:noFill/>
            <a:prstDash val="solid"/>
          </a:ln>
        </p:spPr>
        <p:txBody>
          <a:bodyPr wrap="square" lIns="0" tIns="0" rIns="0" bIns="0" anchor="t">
            <a:noAutofit/>
          </a:bodyPr>
          <a:lstStyle>
            <a:lvl1pPr algn="l">
              <a:lnSpc>
                <a:spcPct val="100000"/>
              </a:lnSpc>
              <a:defRPr sz="3600" b="0" i="0" u="none" strike="noStrike" spc="0">
                <a:solidFill>
                  <a:srgbClr val="00005C">
                    <a:alpha val="100000"/>
                  </a:srgbClr>
                </a:solidFill>
                <a:latin typeface="Biennale Bold"/>
              </a:defRPr>
            </a:lvl1pPr>
          </a:lstStyle>
          <a:p>
            <a:pPr marL="0" indent="0" algn="l">
              <a:lnSpc>
                <a:spcPct val="100000"/>
              </a:lnSpc>
            </a:pPr>
            <a:r>
              <a:rPr lang="en-US" sz="3600" b="0" i="0" u="none" strike="noStrike">
                <a:solidFill>
                  <a:srgbClr val="00005C"/>
                </a:solidFill>
                <a:latin typeface="Biennale Bold"/>
                <a:ea typeface="Biennale Bold"/>
                <a:cs typeface="Biennale Bold"/>
                <a:sym typeface="Biennale Bold"/>
              </a:rPr>
              <a:t>Contents</a:t>
            </a:r>
          </a:p>
        </p:txBody>
      </p:sp>
      <p:sp>
        <p:nvSpPr>
          <p:cNvPr id="16" name="AutoShape 16"/>
          <p:cNvSpPr>
            <a:spLocks noGrp="1"/>
          </p:cNvSpPr>
          <p:nvPr>
            <p:ph type="body" sz="quarter" idx="133"/>
          </p:nvPr>
        </p:nvSpPr>
        <p:spPr>
          <a:xfrm>
            <a:off x="428625" y="6507907"/>
            <a:ext cx="161904" cy="153888"/>
          </a:xfrm>
          <a:prstGeom prst="rect">
            <a:avLst/>
          </a:prstGeom>
          <a:noFill/>
          <a:ln w="12700">
            <a:noFill/>
            <a:prstDash val="solid"/>
          </a:ln>
        </p:spPr>
        <p:txBody>
          <a:bodyPr vert="horz" wrap="none" lIns="0" tIns="0" rIns="0" bIns="0" anchor="ctr">
            <a:spAutoFit/>
          </a:bodyPr>
          <a:lstStyle>
            <a:lvl1pPr algn="l">
              <a:lnSpc>
                <a:spcPct val="100000"/>
              </a:lnSpc>
              <a:defRPr sz="1000" b="0" i="0" u="none" strike="noStrike" spc="0">
                <a:solidFill>
                  <a:srgbClr val="00005C">
                    <a:alpha val="100000"/>
                  </a:srgbClr>
                </a:solidFill>
                <a:latin typeface="Biennale"/>
              </a:defRPr>
            </a:lvl1pPr>
          </a:lstStyle>
          <a:p>
            <a:pPr algn="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title" preserve="1">
  <p:cSld name="Chapter 1">
    <p:spTree>
      <p:nvGrpSpPr>
        <p:cNvPr id="1" name=""/>
        <p:cNvGrpSpPr/>
        <p:nvPr/>
      </p:nvGrpSpPr>
      <p:grpSpPr>
        <a:xfrm>
          <a:off x="0" y="0"/>
          <a:ext cx="0" cy="0"/>
          <a:chOff x="0" y="0"/>
          <a:chExt cx="0" cy="0"/>
        </a:xfrm>
      </p:grpSpPr>
      <p:pic>
        <p:nvPicPr>
          <p:cNvPr id="2"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34000" y="0"/>
            <a:ext cx="6858000" cy="6858000"/>
          </a:xfrm>
          <a:prstGeom prst="rect">
            <a:avLst/>
          </a:prstGeom>
        </p:spPr>
      </p:pic>
      <p:sp>
        <p:nvSpPr>
          <p:cNvPr id="3" name="AutoShape 3"/>
          <p:cNvSpPr>
            <a:spLocks noGrp="1"/>
          </p:cNvSpPr>
          <p:nvPr>
            <p:ph type="body" sz="quarter" idx="134" hasCustomPrompt="1"/>
          </p:nvPr>
        </p:nvSpPr>
        <p:spPr>
          <a:xfrm>
            <a:off x="390098" y="389618"/>
            <a:ext cx="1376980" cy="1477328"/>
          </a:xfrm>
          <a:prstGeom prst="rect">
            <a:avLst/>
          </a:prstGeom>
          <a:noFill/>
          <a:ln w="12700">
            <a:noFill/>
            <a:prstDash val="solid"/>
          </a:ln>
        </p:spPr>
        <p:txBody>
          <a:bodyPr wrap="none" lIns="0" tIns="0" rIns="0" bIns="0" anchor="t">
            <a:spAutoFit/>
          </a:bodyPr>
          <a:lstStyle>
            <a:lvl1pPr algn="l">
              <a:lnSpc>
                <a:spcPct val="100000"/>
              </a:lnSpc>
              <a:defRPr sz="9600" b="0" i="0" u="none" strike="noStrike" spc="0">
                <a:solidFill>
                  <a:srgbClr val="00005C">
                    <a:alpha val="100000"/>
                  </a:srgbClr>
                </a:solidFill>
                <a:latin typeface="Biennale Bold"/>
              </a:defRPr>
            </a:lvl1pPr>
          </a:lstStyle>
          <a:p>
            <a:pPr marL="0" indent="0" algn="l">
              <a:lnSpc>
                <a:spcPct val="100000"/>
              </a:lnSpc>
            </a:pPr>
            <a:r>
              <a:rPr lang="en-US" sz="9600" b="0" i="0" u="none" strike="noStrike">
                <a:solidFill>
                  <a:srgbClr val="00005C"/>
                </a:solidFill>
                <a:latin typeface="Biennale Bold"/>
                <a:ea typeface="Biennale Bold"/>
                <a:cs typeface="Biennale Bold"/>
                <a:sym typeface="Biennale Bold"/>
              </a:rPr>
              <a:t>01</a:t>
            </a:r>
          </a:p>
        </p:txBody>
      </p:sp>
      <p:sp>
        <p:nvSpPr>
          <p:cNvPr id="4" name="Freeform 4"/>
          <p:cNvSpPr/>
          <p:nvPr/>
        </p:nvSpPr>
        <p:spPr>
          <a:xfrm>
            <a:off x="10944224" y="6309897"/>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3"/>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12700" cap="flat">
            <a:noFill/>
            <a:prstDash val="solid"/>
          </a:ln>
        </p:spPr>
        <p:txBody>
          <a:bodyPr wrap="square" lIns="91440" tIns="45720" rIns="91440" bIns="45720" rtlCol="0" anchor="ctr">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
        <p:nvSpPr>
          <p:cNvPr id="5" name="AutoShape 5"/>
          <p:cNvSpPr>
            <a:spLocks noGrp="1"/>
          </p:cNvSpPr>
          <p:nvPr>
            <p:ph type="body" sz="quarter" idx="135" hasCustomPrompt="1"/>
          </p:nvPr>
        </p:nvSpPr>
        <p:spPr>
          <a:xfrm>
            <a:off x="1786976" y="1866946"/>
            <a:ext cx="7094047" cy="1929683"/>
          </a:xfrm>
          <a:prstGeom prst="rect">
            <a:avLst/>
          </a:prstGeom>
          <a:noFill/>
          <a:ln w="12700">
            <a:noFill/>
            <a:prstDash val="solid"/>
          </a:ln>
        </p:spPr>
        <p:txBody>
          <a:bodyPr wrap="square" lIns="0" tIns="0" rIns="0" bIns="0" anchor="t">
            <a:noAutofit/>
          </a:bodyPr>
          <a:lstStyle>
            <a:lvl1pPr algn="l">
              <a:lnSpc>
                <a:spcPct val="100000"/>
              </a:lnSpc>
              <a:defRPr sz="5400" b="0" i="0" u="none" strike="noStrike" spc="0">
                <a:solidFill>
                  <a:srgbClr val="00005C">
                    <a:alpha val="100000"/>
                  </a:srgbClr>
                </a:solidFill>
                <a:latin typeface="Biennale Bold"/>
              </a:defRPr>
            </a:lvl1pPr>
          </a:lstStyle>
          <a:p>
            <a:pPr marL="0" indent="0" algn="l">
              <a:lnSpc>
                <a:spcPct val="100000"/>
              </a:lnSpc>
            </a:pPr>
            <a:r>
              <a:rPr lang="en-US" sz="5400" b="0" i="0" u="none" strike="noStrike">
                <a:solidFill>
                  <a:srgbClr val="00005C"/>
                </a:solidFill>
                <a:latin typeface="Biennale Bold"/>
                <a:ea typeface="Biennale Bold"/>
                <a:cs typeface="Biennale Bold"/>
                <a:sym typeface="Biennale Bold"/>
              </a:rPr>
              <a:t>Chapter title</a:t>
            </a:r>
            <a:br>
              <a:rPr lang="en-US" sz="5400" b="0" i="0" u="none" strike="noStrike">
                <a:solidFill>
                  <a:srgbClr val="00005C"/>
                </a:solidFill>
                <a:latin typeface="Biennale Bold"/>
                <a:ea typeface="Biennale Bold"/>
                <a:cs typeface="Biennale Bold"/>
                <a:sym typeface="Biennale Bold"/>
              </a:rPr>
            </a:br>
            <a:r>
              <a:rPr lang="en-US" sz="5400" b="0" i="0" u="none" strike="noStrike">
                <a:solidFill>
                  <a:srgbClr val="00005C"/>
                </a:solidFill>
                <a:latin typeface="Biennale Bold"/>
                <a:ea typeface="Biennale Bold"/>
                <a:cs typeface="Biennale Bold"/>
                <a:sym typeface="Biennale Bold"/>
              </a:rPr>
              <a:t>two lines</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itle" preserve="1">
  <p:cSld name="Two curve">
    <p:bg>
      <p:bgPr>
        <a:solidFill>
          <a:srgbClr val="00005C">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10800000">
            <a:off x="6588030" y="0"/>
            <a:ext cx="4884392" cy="4884392"/>
          </a:xfrm>
          <a:prstGeom prst="rect">
            <a:avLst/>
          </a:prstGeom>
        </p:spPr>
      </p:pic>
      <p:pic>
        <p:nvPicPr>
          <p:cNvPr id="3" name="Picture 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703638" y="4884393"/>
            <a:ext cx="4884392" cy="1973607"/>
          </a:xfrm>
          <a:prstGeom prst="rect">
            <a:avLst/>
          </a:prstGeom>
        </p:spPr>
      </p:pic>
      <p:sp>
        <p:nvSpPr>
          <p:cNvPr id="4" name="AutoShape 4"/>
          <p:cNvSpPr>
            <a:spLocks noGrp="1"/>
          </p:cNvSpPr>
          <p:nvPr>
            <p:ph type="body" sz="quarter" idx="136" hasCustomPrompt="1"/>
          </p:nvPr>
        </p:nvSpPr>
        <p:spPr>
          <a:xfrm>
            <a:off x="428625" y="4765675"/>
            <a:ext cx="3992904" cy="969962"/>
          </a:xfrm>
          <a:prstGeom prst="rect">
            <a:avLst/>
          </a:prstGeom>
          <a:noFill/>
          <a:ln w="12700">
            <a:noFill/>
            <a:prstDash val="solid"/>
          </a:ln>
        </p:spPr>
        <p:txBody>
          <a:bodyPr wrap="none" lIns="0" tIns="0" rIns="0" bIns="0" anchor="t">
            <a:noAutofit/>
          </a:bodyPr>
          <a:lstStyle>
            <a:lvl1pPr algn="l">
              <a:lnSpc>
                <a:spcPct val="100000"/>
              </a:lnSpc>
              <a:defRPr sz="1800" b="0" i="0" u="none" strike="noStrike" spc="0">
                <a:solidFill>
                  <a:srgbClr val="FFFFFF">
                    <a:alpha val="100000"/>
                  </a:srgbClr>
                </a:solidFill>
                <a:latin typeface="Biennale"/>
              </a:defRPr>
            </a:lvl1pPr>
          </a:lstStyle>
          <a:p>
            <a:pPr marL="0" indent="0" algn="l">
              <a:lnSpc>
                <a:spcPct val="100000"/>
              </a:lnSpc>
            </a:pPr>
            <a:r>
              <a:rPr lang="en-US" sz="1800" b="0" i="0" u="none" strike="noStrike">
                <a:solidFill>
                  <a:srgbClr val="FFFFFF"/>
                </a:solidFill>
                <a:latin typeface="Biennale"/>
                <a:ea typeface="Biennale"/>
                <a:cs typeface="Biennale"/>
                <a:sym typeface="Biennale"/>
              </a:rPr>
              <a:t>Date</a:t>
            </a:r>
          </a:p>
        </p:txBody>
      </p:sp>
      <p:sp>
        <p:nvSpPr>
          <p:cNvPr id="5" name="Freeform 5"/>
          <p:cNvSpPr/>
          <p:nvPr/>
        </p:nvSpPr>
        <p:spPr>
          <a:xfrm>
            <a:off x="9848292" y="5921362"/>
            <a:ext cx="1920640" cy="587312"/>
          </a:xfrm>
          <a:custGeom>
            <a:avLst/>
            <a:gdLst/>
            <a:ahLst/>
            <a:cxnLst/>
            <a:rect l="l" t="t" r="r" b="b"/>
            <a:pathLst>
              <a:path w="1920640" h="587312">
                <a:moveTo>
                  <a:pt x="1348345" y="334790"/>
                </a:moveTo>
                <a:cubicBezTo>
                  <a:pt x="1348345" y="263209"/>
                  <a:pt x="1299921" y="203103"/>
                  <a:pt x="1234055" y="184974"/>
                </a:cubicBezTo>
                <a:cubicBezTo>
                  <a:pt x="1229218" y="199932"/>
                  <a:pt x="1226580" y="215897"/>
                  <a:pt x="1226580" y="232468"/>
                </a:cubicBezTo>
                <a:cubicBezTo>
                  <a:pt x="1226580" y="304049"/>
                  <a:pt x="1275041" y="364156"/>
                  <a:pt x="1340870" y="382248"/>
                </a:cubicBezTo>
                <a:cubicBezTo>
                  <a:pt x="1345744" y="367290"/>
                  <a:pt x="1348345" y="351324"/>
                  <a:pt x="1348345" y="334790"/>
                </a:cubicBezTo>
                <a:moveTo>
                  <a:pt x="1462380" y="334790"/>
                </a:moveTo>
                <a:cubicBezTo>
                  <a:pt x="1462380" y="474963"/>
                  <a:pt x="1339569" y="587312"/>
                  <a:pt x="1192648" y="587312"/>
                </a:cubicBezTo>
                <a:cubicBezTo>
                  <a:pt x="1120167" y="587312"/>
                  <a:pt x="1054355" y="560457"/>
                  <a:pt x="1005896" y="516867"/>
                </a:cubicBezTo>
                <a:cubicBezTo>
                  <a:pt x="972751" y="554354"/>
                  <a:pt x="912967" y="586726"/>
                  <a:pt x="839572" y="586726"/>
                </a:cubicBezTo>
                <a:cubicBezTo>
                  <a:pt x="751976" y="586726"/>
                  <a:pt x="661723" y="546894"/>
                  <a:pt x="661723" y="425582"/>
                </a:cubicBezTo>
                <a:lnTo>
                  <a:pt x="661723" y="189520"/>
                </a:lnTo>
                <a:lnTo>
                  <a:pt x="570097" y="189520"/>
                </a:lnTo>
                <a:lnTo>
                  <a:pt x="570097" y="100085"/>
                </a:lnTo>
                <a:lnTo>
                  <a:pt x="661723" y="100085"/>
                </a:lnTo>
                <a:lnTo>
                  <a:pt x="661723" y="3501"/>
                </a:lnTo>
                <a:lnTo>
                  <a:pt x="786530" y="3501"/>
                </a:lnTo>
                <a:lnTo>
                  <a:pt x="786530" y="100085"/>
                </a:lnTo>
                <a:lnTo>
                  <a:pt x="925537" y="100085"/>
                </a:lnTo>
                <a:lnTo>
                  <a:pt x="925537" y="189520"/>
                </a:lnTo>
                <a:lnTo>
                  <a:pt x="786530" y="189520"/>
                </a:lnTo>
                <a:lnTo>
                  <a:pt x="786530" y="414089"/>
                </a:lnTo>
                <a:cubicBezTo>
                  <a:pt x="786530" y="463031"/>
                  <a:pt x="818612" y="495751"/>
                  <a:pt x="863133" y="495751"/>
                </a:cubicBezTo>
                <a:cubicBezTo>
                  <a:pt x="896002" y="495751"/>
                  <a:pt x="930520" y="481416"/>
                  <a:pt x="956079" y="456193"/>
                </a:cubicBezTo>
                <a:cubicBezTo>
                  <a:pt x="934991" y="420101"/>
                  <a:pt x="922917" y="378802"/>
                  <a:pt x="922917" y="334790"/>
                </a:cubicBezTo>
                <a:cubicBezTo>
                  <a:pt x="922917" y="224092"/>
                  <a:pt x="1000399" y="127508"/>
                  <a:pt x="1109138" y="94677"/>
                </a:cubicBezTo>
                <a:cubicBezTo>
                  <a:pt x="1086639" y="126078"/>
                  <a:pt x="1071688" y="197659"/>
                  <a:pt x="1071615" y="237106"/>
                </a:cubicBezTo>
                <a:cubicBezTo>
                  <a:pt x="1050013" y="263778"/>
                  <a:pt x="1036969" y="297798"/>
                  <a:pt x="1036969" y="334790"/>
                </a:cubicBezTo>
                <a:cubicBezTo>
                  <a:pt x="1036969" y="420668"/>
                  <a:pt x="1106720" y="490306"/>
                  <a:pt x="1192629" y="490306"/>
                </a:cubicBezTo>
                <a:cubicBezTo>
                  <a:pt x="1223869" y="490306"/>
                  <a:pt x="1252872" y="481012"/>
                  <a:pt x="1277221" y="465176"/>
                </a:cubicBezTo>
                <a:cubicBezTo>
                  <a:pt x="1180446" y="426865"/>
                  <a:pt x="1112436" y="337118"/>
                  <a:pt x="1112436" y="232487"/>
                </a:cubicBezTo>
                <a:cubicBezTo>
                  <a:pt x="1112436" y="176799"/>
                  <a:pt x="1131747" y="125344"/>
                  <a:pt x="1164341" y="83605"/>
                </a:cubicBezTo>
                <a:cubicBezTo>
                  <a:pt x="1173667" y="82727"/>
                  <a:pt x="1183066" y="82213"/>
                  <a:pt x="1192629" y="82213"/>
                </a:cubicBezTo>
                <a:cubicBezTo>
                  <a:pt x="1229878" y="82213"/>
                  <a:pt x="1265311" y="89252"/>
                  <a:pt x="1297576" y="102065"/>
                </a:cubicBezTo>
                <a:cubicBezTo>
                  <a:pt x="1297576" y="102065"/>
                  <a:pt x="1297503" y="102102"/>
                  <a:pt x="1297503" y="102138"/>
                </a:cubicBezTo>
                <a:cubicBezTo>
                  <a:pt x="1394370" y="140430"/>
                  <a:pt x="1462361" y="230141"/>
                  <a:pt x="1462361" y="334790"/>
                </a:cubicBezTo>
                <a:moveTo>
                  <a:pt x="399376" y="338254"/>
                </a:moveTo>
                <a:lnTo>
                  <a:pt x="314601" y="114456"/>
                </a:lnTo>
                <a:lnTo>
                  <a:pt x="230010" y="338254"/>
                </a:lnTo>
                <a:lnTo>
                  <a:pt x="399393" y="338254"/>
                </a:lnTo>
                <a:close/>
                <a:moveTo>
                  <a:pt x="599356" y="505210"/>
                </a:moveTo>
                <a:lnTo>
                  <a:pt x="648000" y="505210"/>
                </a:lnTo>
                <a:lnTo>
                  <a:pt x="648000" y="576680"/>
                </a:lnTo>
                <a:lnTo>
                  <a:pt x="414637" y="576680"/>
                </a:lnTo>
                <a:lnTo>
                  <a:pt x="414637" y="505210"/>
                </a:lnTo>
                <a:lnTo>
                  <a:pt x="462622" y="505210"/>
                </a:lnTo>
                <a:lnTo>
                  <a:pt x="432923" y="426773"/>
                </a:lnTo>
                <a:lnTo>
                  <a:pt x="196517" y="426773"/>
                </a:lnTo>
                <a:lnTo>
                  <a:pt x="166892" y="505210"/>
                </a:lnTo>
                <a:lnTo>
                  <a:pt x="218101" y="505210"/>
                </a:lnTo>
                <a:lnTo>
                  <a:pt x="218101" y="576680"/>
                </a:lnTo>
                <a:lnTo>
                  <a:pt x="0" y="576680"/>
                </a:lnTo>
                <a:lnTo>
                  <a:pt x="0" y="505210"/>
                </a:lnTo>
                <a:lnTo>
                  <a:pt x="51961" y="505210"/>
                </a:lnTo>
                <a:lnTo>
                  <a:pt x="214565" y="75119"/>
                </a:lnTo>
                <a:lnTo>
                  <a:pt x="149322" y="75119"/>
                </a:lnTo>
                <a:lnTo>
                  <a:pt x="149322" y="3703"/>
                </a:lnTo>
                <a:lnTo>
                  <a:pt x="409306" y="3703"/>
                </a:lnTo>
                <a:lnTo>
                  <a:pt x="599337" y="505210"/>
                </a:lnTo>
                <a:close/>
                <a:moveTo>
                  <a:pt x="1920640" y="410074"/>
                </a:moveTo>
                <a:cubicBezTo>
                  <a:pt x="1920640" y="527665"/>
                  <a:pt x="1807120" y="587019"/>
                  <a:pt x="1673299" y="587019"/>
                </a:cubicBezTo>
                <a:cubicBezTo>
                  <a:pt x="1585702" y="587019"/>
                  <a:pt x="1507616" y="568670"/>
                  <a:pt x="1442207" y="534996"/>
                </a:cubicBezTo>
                <a:cubicBezTo>
                  <a:pt x="1459210" y="511846"/>
                  <a:pt x="1484914" y="471371"/>
                  <a:pt x="1496879" y="447322"/>
                </a:cubicBezTo>
                <a:cubicBezTo>
                  <a:pt x="1541052" y="464497"/>
                  <a:pt x="1612946" y="485083"/>
                  <a:pt x="1677824" y="485083"/>
                </a:cubicBezTo>
                <a:cubicBezTo>
                  <a:pt x="1742700" y="485083"/>
                  <a:pt x="1790666" y="460336"/>
                  <a:pt x="1790666" y="427121"/>
                </a:cubicBezTo>
                <a:cubicBezTo>
                  <a:pt x="1790666" y="398233"/>
                  <a:pt x="1780076" y="375630"/>
                  <a:pt x="1679307" y="346229"/>
                </a:cubicBezTo>
                <a:cubicBezTo>
                  <a:pt x="1548821" y="308247"/>
                  <a:pt x="1475113" y="270266"/>
                  <a:pt x="1475113" y="167651"/>
                </a:cubicBezTo>
                <a:cubicBezTo>
                  <a:pt x="1475113" y="59703"/>
                  <a:pt x="1581214" y="0"/>
                  <a:pt x="1715621" y="0"/>
                </a:cubicBezTo>
                <a:cubicBezTo>
                  <a:pt x="1773646" y="0"/>
                  <a:pt x="1843122" y="12098"/>
                  <a:pt x="1888358" y="22272"/>
                </a:cubicBezTo>
                <a:lnTo>
                  <a:pt x="1881596" y="179456"/>
                </a:lnTo>
                <a:lnTo>
                  <a:pt x="1785958" y="177825"/>
                </a:lnTo>
                <a:lnTo>
                  <a:pt x="1786416" y="99663"/>
                </a:lnTo>
                <a:cubicBezTo>
                  <a:pt x="1772290" y="96749"/>
                  <a:pt x="1751971" y="94310"/>
                  <a:pt x="1723847" y="94310"/>
                </a:cubicBezTo>
                <a:cubicBezTo>
                  <a:pt x="1651128" y="94310"/>
                  <a:pt x="1601111" y="117756"/>
                  <a:pt x="1601111" y="157331"/>
                </a:cubicBezTo>
                <a:cubicBezTo>
                  <a:pt x="1601111" y="185359"/>
                  <a:pt x="1629821" y="211774"/>
                  <a:pt x="1731286" y="242349"/>
                </a:cubicBezTo>
                <a:cubicBezTo>
                  <a:pt x="1861974" y="281668"/>
                  <a:pt x="1920585" y="318660"/>
                  <a:pt x="1920585" y="410037"/>
                </a:cubicBezTo>
              </a:path>
            </a:pathLst>
          </a:custGeom>
          <a:solidFill>
            <a:srgbClr val="FFFFFF">
              <a:alpha val="100000"/>
            </a:srgbClr>
          </a:solidFill>
          <a:ln w="12700" cap="flat">
            <a:noFill/>
            <a:prstDash val="solid"/>
          </a:ln>
        </p:spPr>
        <p:txBody>
          <a:bodyPr wrap="square" lIns="91440" tIns="45720" rIns="91440" bIns="45720" rtlCol="0" anchor="ctr">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
        <p:nvSpPr>
          <p:cNvPr id="6" name="AutoShape 6"/>
          <p:cNvSpPr>
            <a:spLocks noGrp="1"/>
          </p:cNvSpPr>
          <p:nvPr>
            <p:ph type="body" sz="quarter" idx="137" hasCustomPrompt="1"/>
          </p:nvPr>
        </p:nvSpPr>
        <p:spPr>
          <a:xfrm>
            <a:off x="428625" y="1456679"/>
            <a:ext cx="6766560" cy="1844936"/>
          </a:xfrm>
          <a:prstGeom prst="rect">
            <a:avLst/>
          </a:prstGeom>
          <a:noFill/>
          <a:ln w="12700">
            <a:noFill/>
            <a:prstDash val="solid"/>
          </a:ln>
        </p:spPr>
        <p:txBody>
          <a:bodyPr wrap="square" lIns="0" tIns="0" rIns="0" bIns="0" anchor="t">
            <a:noAutofit/>
          </a:bodyPr>
          <a:lstStyle>
            <a:lvl1pPr algn="l">
              <a:lnSpc>
                <a:spcPct val="100000"/>
              </a:lnSpc>
              <a:defRPr sz="4400" b="0" i="0" u="none" strike="noStrike" spc="0">
                <a:solidFill>
                  <a:srgbClr val="FFFFFF">
                    <a:alpha val="100000"/>
                  </a:srgbClr>
                </a:solidFill>
                <a:latin typeface="Biennale Bold"/>
              </a:defRPr>
            </a:lvl1pPr>
          </a:lstStyle>
          <a:p>
            <a:pPr marL="0" indent="0" algn="l">
              <a:lnSpc>
                <a:spcPct val="100000"/>
              </a:lnSpc>
              <a:spcAft>
                <a:spcPts val="300"/>
              </a:spcAft>
            </a:pPr>
            <a:r>
              <a:rPr lang="en-US" sz="4400" b="0" i="0" u="none" strike="noStrike">
                <a:solidFill>
                  <a:srgbClr val="FFFFFF"/>
                </a:solidFill>
                <a:latin typeface="Biennale Bold"/>
                <a:ea typeface="Biennale Bold"/>
                <a:cs typeface="Biennale Bold"/>
                <a:sym typeface="Biennale Bold"/>
              </a:rPr>
              <a:t>Presentation title</a:t>
            </a:r>
          </a:p>
        </p:txBody>
      </p:sp>
      <p:sp>
        <p:nvSpPr>
          <p:cNvPr id="7" name="AutoShape 7"/>
          <p:cNvSpPr>
            <a:spLocks noGrp="1"/>
          </p:cNvSpPr>
          <p:nvPr>
            <p:ph type="body" sz="quarter" idx="138" hasCustomPrompt="1"/>
          </p:nvPr>
        </p:nvSpPr>
        <p:spPr>
          <a:xfrm>
            <a:off x="428625" y="2084535"/>
            <a:ext cx="6766560" cy="1217080"/>
          </a:xfrm>
          <a:prstGeom prst="rect">
            <a:avLst/>
          </a:prstGeom>
          <a:noFill/>
          <a:ln w="12700">
            <a:noFill/>
            <a:prstDash val="solid"/>
          </a:ln>
        </p:spPr>
        <p:txBody>
          <a:bodyPr wrap="square" lIns="0" tIns="0" rIns="0" bIns="0" anchor="t">
            <a:noAutofit/>
          </a:bodyPr>
          <a:lstStyle>
            <a:lvl1pPr algn="l">
              <a:lnSpc>
                <a:spcPct val="100000"/>
              </a:lnSpc>
              <a:defRPr sz="3200" b="0" i="0" u="none" strike="noStrike" spc="0">
                <a:solidFill>
                  <a:srgbClr val="3DC7FF">
                    <a:alpha val="100000"/>
                  </a:srgbClr>
                </a:solidFill>
                <a:latin typeface="Biennale Bold"/>
              </a:defRPr>
            </a:lvl1pPr>
          </a:lstStyle>
          <a:p>
            <a:pPr marL="0" indent="0" algn="l">
              <a:lnSpc>
                <a:spcPct val="100000"/>
              </a:lnSpc>
              <a:spcAft>
                <a:spcPts val="600"/>
              </a:spcAft>
            </a:pPr>
            <a:r>
              <a:rPr lang="en-US" sz="3200" b="0" i="0" u="none" strike="noStrike">
                <a:solidFill>
                  <a:srgbClr val="3DC7FF"/>
                </a:solidFill>
                <a:latin typeface="Biennale Bold"/>
                <a:ea typeface="Biennale Bold"/>
                <a:cs typeface="Biennale Bold"/>
                <a:sym typeface="Biennale Bold"/>
              </a:rPr>
              <a:t>Subtitle</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中文正文">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0" y="0"/>
            <a:ext cx="12192000" cy="6881005"/>
          </a:xfrm>
          <a:prstGeom prst="rect">
            <a:avLst/>
          </a:prstGeom>
          <a:ln w="12700">
            <a:noFill/>
            <a:prstDash val="solid"/>
          </a:ln>
        </p:spPr>
      </p:pic>
      <p:sp>
        <p:nvSpPr>
          <p:cNvPr id="3" name="AutoShape 3"/>
          <p:cNvSpPr/>
          <p:nvPr/>
        </p:nvSpPr>
        <p:spPr>
          <a:xfrm>
            <a:off x="-4" y="0"/>
            <a:ext cx="12192000" cy="6881005"/>
          </a:xfrm>
          <a:prstGeom prst="rect">
            <a:avLst/>
          </a:prstGeom>
          <a:gradFill rotWithShape="0">
            <a:gsLst>
              <a:gs pos="41999">
                <a:srgbClr val="FFFFFF">
                  <a:alpha val="100000"/>
                </a:srgbClr>
              </a:gs>
              <a:gs pos="100000">
                <a:srgbClr val="FFFFFF">
                  <a:alpha val="60000"/>
                </a:srgbClr>
              </a:gs>
            </a:gsLst>
            <a:lin ang="0"/>
          </a:gradFill>
          <a:ln w="12700" cap="flat">
            <a:noFill/>
            <a:prstDash val="solid"/>
          </a:ln>
        </p:spPr>
        <p:txBody>
          <a:bodyPr wrap="square" lIns="91440" tIns="45720" rIns="91440" bIns="45720" rtlCol="0" anchor="ctr">
            <a:noAutofit/>
          </a:bodyPr>
          <a:lstStyle/>
          <a:p>
            <a:pPr marL="0" indent="0" algn="ctr">
              <a:lnSpc>
                <a:spcPct val="100000"/>
              </a:lnSpc>
              <a:defRPr/>
            </a:pPr>
            <a:r>
              <a:rPr lang="en-US" sz="1800" b="0" i="0" u="none" strike="noStrike">
                <a:solidFill>
                  <a:srgbClr val="FFFFFF"/>
                </a:solidFill>
                <a:latin typeface="Biennale"/>
                <a:ea typeface="Biennale"/>
                <a:cs typeface="Biennale"/>
                <a:sym typeface="Biennale"/>
              </a:rPr>
              <a:t> </a:t>
            </a:r>
            <a:endParaRPr lang="en-US" sz="1100"/>
          </a:p>
        </p:txBody>
      </p:sp>
      <p:sp>
        <p:nvSpPr>
          <p:cNvPr id="4" name="Freeform 4"/>
          <p:cNvSpPr/>
          <p:nvPr/>
        </p:nvSpPr>
        <p:spPr>
          <a:xfrm>
            <a:off x="5" y="6503027"/>
            <a:ext cx="390482" cy="0"/>
          </a:xfrm>
          <a:custGeom>
            <a:avLst/>
            <a:gdLst/>
            <a:ahLst/>
            <a:cxnLst/>
            <a:rect l="l" t="t" r="r" b="b"/>
            <a:pathLst>
              <a:path w="390482">
                <a:moveTo>
                  <a:pt x="0" y="0"/>
                </a:moveTo>
                <a:lnTo>
                  <a:pt x="390482" y="0"/>
                </a:lnTo>
              </a:path>
            </a:pathLst>
          </a:custGeom>
          <a:noFill/>
          <a:ln w="12700">
            <a:solidFill>
              <a:srgbClr val="0073E6">
                <a:alpha val="100000"/>
              </a:srgbClr>
            </a:solidFill>
            <a:prstDash val="solid"/>
          </a:ln>
        </p:spPr>
        <p:txBody>
          <a:bodyPr wrap="square" lIns="0" tIns="0" rIns="0" bIns="0" rtlCol="0" anchor="t">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
        <p:nvSpPr>
          <p:cNvPr id="5" name="Freeform 5"/>
          <p:cNvSpPr/>
          <p:nvPr/>
        </p:nvSpPr>
        <p:spPr>
          <a:xfrm>
            <a:off x="5" y="518500"/>
            <a:ext cx="390482" cy="0"/>
          </a:xfrm>
          <a:custGeom>
            <a:avLst/>
            <a:gdLst/>
            <a:ahLst/>
            <a:cxnLst/>
            <a:rect l="l" t="t" r="r" b="b"/>
            <a:pathLst>
              <a:path w="390482">
                <a:moveTo>
                  <a:pt x="0" y="0"/>
                </a:moveTo>
                <a:lnTo>
                  <a:pt x="390482" y="0"/>
                </a:lnTo>
              </a:path>
            </a:pathLst>
          </a:custGeom>
          <a:noFill/>
          <a:ln w="12700">
            <a:solidFill>
              <a:srgbClr val="0073E6">
                <a:alpha val="100000"/>
              </a:srgbClr>
            </a:solidFill>
            <a:prstDash val="solid"/>
          </a:ln>
        </p:spPr>
        <p:txBody>
          <a:bodyPr wrap="square" lIns="0" tIns="0" rIns="0" bIns="0" rtlCol="0" anchor="t">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pic>
        <p:nvPicPr>
          <p:cNvPr id="6" name="Picture 6"/>
          <p:cNvPicPr>
            <a:picLocks noChangeAspect="1"/>
          </p:cNvPicPr>
          <p:nvPr/>
        </p:nvPicPr>
        <p:blipFill>
          <a:blip r:embed="rId3"/>
          <a:srcRect/>
          <a:stretch>
            <a:fillRect/>
          </a:stretch>
        </p:blipFill>
        <p:spPr>
          <a:xfrm>
            <a:off x="10970283" y="6294153"/>
            <a:ext cx="960924" cy="317975"/>
          </a:xfrm>
          <a:prstGeom prst="rect">
            <a:avLst/>
          </a:prstGeom>
          <a:ln w="12700">
            <a:noFill/>
            <a:prstDash val="solid"/>
          </a:ln>
        </p:spPr>
      </p:pic>
      <p:sp>
        <p:nvSpPr>
          <p:cNvPr id="7" name="AutoShape 7"/>
          <p:cNvSpPr>
            <a:spLocks noGrp="1"/>
          </p:cNvSpPr>
          <p:nvPr>
            <p:ph type="body" sz="quarter" idx="139" hasCustomPrompt="1"/>
          </p:nvPr>
        </p:nvSpPr>
        <p:spPr>
          <a:xfrm>
            <a:off x="398287" y="222339"/>
            <a:ext cx="11655040" cy="756000"/>
          </a:xfrm>
          <a:prstGeom prst="rect">
            <a:avLst/>
          </a:prstGeom>
          <a:noFill/>
          <a:ln w="12700">
            <a:noFill/>
            <a:prstDash val="solid"/>
          </a:ln>
        </p:spPr>
        <p:txBody>
          <a:bodyPr vert="horz" wrap="square" lIns="0" tIns="0" rIns="0" bIns="0" anchor="t">
            <a:noAutofit/>
          </a:bodyPr>
          <a:lstStyle>
            <a:lvl1pPr algn="l">
              <a:lnSpc>
                <a:spcPct val="100000"/>
              </a:lnSpc>
              <a:defRPr sz="2935" b="1" i="0" u="none" strike="noStrike" spc="0">
                <a:solidFill>
                  <a:srgbClr val="0073E6">
                    <a:alpha val="100000"/>
                  </a:srgbClr>
                </a:solidFill>
                <a:latin typeface="Biennale Bold"/>
              </a:defRPr>
            </a:lvl1pPr>
          </a:lstStyle>
          <a:p>
            <a:pPr marL="0" indent="0" algn="l">
              <a:lnSpc>
                <a:spcPct val="100000"/>
              </a:lnSpc>
            </a:pPr>
            <a:r>
              <a:rPr lang="en-US" sz="2935" b="0" i="0" u="none" strike="noStrike">
                <a:solidFill>
                  <a:srgbClr val="0073E6"/>
                </a:solidFill>
                <a:latin typeface="微软雅黑" panose="020B0503020204020204" charset="-122"/>
                <a:ea typeface="微软雅黑" panose="020B0503020204020204" charset="-122"/>
                <a:cs typeface="微软雅黑" panose="020B0503020204020204" charset="-122"/>
                <a:sym typeface="微软雅黑" panose="020B0503020204020204" charset="-122"/>
              </a:rPr>
              <a:t>Click to add title</a:t>
            </a:r>
          </a:p>
        </p:txBody>
      </p:sp>
      <p:pic>
        <p:nvPicPr>
          <p:cNvPr id="8" name="Picture 8"/>
          <p:cNvPicPr>
            <a:picLocks noChangeAspect="1"/>
          </p:cNvPicPr>
          <p:nvPr/>
        </p:nvPicPr>
        <p:blipFill>
          <a:blip r:embed="rId4"/>
          <a:srcRect/>
          <a:stretch>
            <a:fillRect/>
          </a:stretch>
        </p:blipFill>
        <p:spPr>
          <a:xfrm>
            <a:off x="1092988" y="6424099"/>
            <a:ext cx="2180299" cy="114767"/>
          </a:xfrm>
          <a:prstGeom prst="rect">
            <a:avLst/>
          </a:prstGeom>
          <a:ln w="12700">
            <a:noFill/>
            <a:prstDash val="solid"/>
          </a:ln>
        </p:spPr>
      </p:pic>
      <p:sp>
        <p:nvSpPr>
          <p:cNvPr id="9" name="AutoShape 9"/>
          <p:cNvSpPr/>
          <p:nvPr/>
        </p:nvSpPr>
        <p:spPr>
          <a:xfrm>
            <a:off x="-16213" y="6276266"/>
            <a:ext cx="825500" cy="339793"/>
          </a:xfrm>
          <a:prstGeom prst="rect">
            <a:avLst/>
          </a:prstGeom>
          <a:noFill/>
          <a:ln w="12700">
            <a:noFill/>
            <a:prstDash val="solid"/>
          </a:ln>
        </p:spPr>
        <p:txBody>
          <a:bodyPr wrap="square" lIns="133359" tIns="66685" rIns="133359" bIns="66685" rtlCol="0" anchor="ctr">
            <a:spAutoFit/>
          </a:bodyPr>
          <a:lstStyle/>
          <a:p>
            <a:pPr algn="r">
              <a:defRPr/>
            </a:pP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Content Slide">
    <p:spTree>
      <p:nvGrpSpPr>
        <p:cNvPr id="1" name=""/>
        <p:cNvGrpSpPr/>
        <p:nvPr/>
      </p:nvGrpSpPr>
      <p:grpSpPr>
        <a:xfrm>
          <a:off x="0" y="0"/>
          <a:ext cx="0" cy="0"/>
          <a:chOff x="0" y="0"/>
          <a:chExt cx="0" cy="0"/>
        </a:xfrm>
      </p:grpSpPr>
      <p:sp>
        <p:nvSpPr>
          <p:cNvPr id="2" name="AutoShape 2"/>
          <p:cNvSpPr>
            <a:spLocks noGrp="1"/>
          </p:cNvSpPr>
          <p:nvPr>
            <p:ph type="body" sz="quarter" idx="140"/>
          </p:nvPr>
        </p:nvSpPr>
        <p:spPr>
          <a:xfrm>
            <a:off x="320400" y="6326136"/>
            <a:ext cx="591024" cy="288033"/>
          </a:xfrm>
          <a:prstGeom prst="rect">
            <a:avLst/>
          </a:prstGeom>
          <a:noFill/>
          <a:ln w="12700">
            <a:noFill/>
            <a:prstDash val="solid"/>
          </a:ln>
        </p:spPr>
        <p:txBody>
          <a:bodyPr vert="horz" wrap="none" lIns="91440" tIns="45720" rIns="91440" bIns="45720" anchor="ctr">
            <a:spAutoFit/>
          </a:bodyPr>
          <a:lstStyle>
            <a:lvl1pPr algn="l">
              <a:lnSpc>
                <a:spcPct val="100000"/>
              </a:lnSpc>
              <a:defRPr sz="1335" b="0" i="0" u="none" strike="noStrike" spc="0">
                <a:solidFill>
                  <a:srgbClr val="000000">
                    <a:alpha val="100000"/>
                  </a:srgbClr>
                </a:solidFill>
                <a:latin typeface="Verdana" panose="020B0604030504040204"/>
              </a:defRPr>
            </a:lvl1pPr>
          </a:lstStyle>
          <a:p>
            <a:pPr algn="l"/>
            <a:endParaRPr/>
          </a:p>
        </p:txBody>
      </p:sp>
      <p:sp>
        <p:nvSpPr>
          <p:cNvPr id="3" name="AutoShape 3"/>
          <p:cNvSpPr>
            <a:spLocks noGrp="1"/>
          </p:cNvSpPr>
          <p:nvPr>
            <p:ph type="body" sz="quarter" idx="141" hasCustomPrompt="1"/>
          </p:nvPr>
        </p:nvSpPr>
        <p:spPr>
          <a:xfrm>
            <a:off x="320400" y="164637"/>
            <a:ext cx="11632251" cy="960107"/>
          </a:xfrm>
          <a:prstGeom prst="rect">
            <a:avLst/>
          </a:prstGeom>
          <a:noFill/>
          <a:ln w="12700">
            <a:noFill/>
            <a:prstDash val="solid"/>
          </a:ln>
        </p:spPr>
        <p:txBody>
          <a:bodyPr wrap="square" lIns="0" tIns="0" rIns="0" bIns="0" anchor="t">
            <a:noAutofit/>
          </a:bodyPr>
          <a:lstStyle>
            <a:lvl1pPr algn="l">
              <a:lnSpc>
                <a:spcPct val="100000"/>
              </a:lnSpc>
              <a:defRPr sz="2400" b="0" i="0" u="none" strike="noStrike" spc="0">
                <a:solidFill>
                  <a:srgbClr val="0066A1">
                    <a:alpha val="100000"/>
                  </a:srgbClr>
                </a:solidFill>
                <a:latin typeface="Biennale Bold"/>
              </a:defRPr>
            </a:lvl1pPr>
          </a:lstStyle>
          <a:p>
            <a:pPr marL="0" indent="0" algn="l">
              <a:lnSpc>
                <a:spcPct val="100000"/>
              </a:lnSpc>
            </a:pPr>
            <a:r>
              <a:rPr lang="en-US" sz="2400" b="0" i="0" u="none" strike="noStrike">
                <a:solidFill>
                  <a:srgbClr val="0066A1"/>
                </a:solidFill>
                <a:latin typeface="Biennale Bold"/>
                <a:ea typeface="Biennale Bold"/>
                <a:cs typeface="Biennale Bold"/>
                <a:sym typeface="Biennale Bold"/>
              </a:rPr>
              <a:t>Click to edit the header</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3_One column - chart left">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0" y="0"/>
            <a:ext cx="12192000" cy="6858000"/>
          </a:xfrm>
          <a:prstGeom prst="rect">
            <a:avLst/>
          </a:prstGeom>
          <a:ln w="12700">
            <a:noFill/>
            <a:prstDash val="solid"/>
          </a:ln>
        </p:spPr>
      </p:pic>
      <p:sp>
        <p:nvSpPr>
          <p:cNvPr id="3" name="AutoShape 3"/>
          <p:cNvSpPr>
            <a:spLocks noGrp="1"/>
          </p:cNvSpPr>
          <p:nvPr>
            <p:ph type="body" sz="quarter" idx="142" hasCustomPrompt="1"/>
          </p:nvPr>
        </p:nvSpPr>
        <p:spPr>
          <a:xfrm>
            <a:off x="316799" y="471915"/>
            <a:ext cx="11484000" cy="343237"/>
          </a:xfrm>
          <a:prstGeom prst="rect">
            <a:avLst/>
          </a:prstGeom>
          <a:noFill/>
          <a:ln w="12700">
            <a:noFill/>
            <a:prstDash val="solid"/>
          </a:ln>
        </p:spPr>
        <p:txBody>
          <a:bodyPr vert="horz" wrap="square" lIns="0" tIns="0" rIns="0" bIns="0" anchor="t">
            <a:spAutoFit/>
          </a:bodyPr>
          <a:lstStyle>
            <a:lvl1pPr algn="l">
              <a:lnSpc>
                <a:spcPct val="100000"/>
              </a:lnSpc>
              <a:defRPr sz="2200" b="1" i="0" u="none" strike="noStrike" spc="0">
                <a:solidFill>
                  <a:srgbClr val="0073E6">
                    <a:alpha val="100000"/>
                  </a:srgbClr>
                </a:solidFill>
                <a:latin typeface="Biennale Bold"/>
              </a:defRPr>
            </a:lvl1pPr>
          </a:lstStyle>
          <a:p>
            <a:pPr marL="0" indent="0" algn="l">
              <a:lnSpc>
                <a:spcPct val="100000"/>
              </a:lnSpc>
            </a:pPr>
            <a:r>
              <a:rPr lang="en-US" sz="2200" b="0" i="0" u="none" strike="noStrike">
                <a:solidFill>
                  <a:srgbClr val="000000"/>
                </a:solidFill>
                <a:latin typeface="Montserrat Bold"/>
                <a:ea typeface="Montserrat Bold"/>
                <a:cs typeface="Montserrat Bold"/>
                <a:sym typeface="Montserrat Bold"/>
              </a:rPr>
              <a:t>Click to add title</a:t>
            </a:r>
          </a:p>
        </p:txBody>
      </p:sp>
      <p:sp>
        <p:nvSpPr>
          <p:cNvPr id="4" name="AutoShape 4"/>
          <p:cNvSpPr>
            <a:spLocks noGrp="1"/>
          </p:cNvSpPr>
          <p:nvPr>
            <p:ph type="body" sz="quarter" idx="143" hasCustomPrompt="1"/>
          </p:nvPr>
        </p:nvSpPr>
        <p:spPr>
          <a:xfrm>
            <a:off x="316799" y="830931"/>
            <a:ext cx="11484000" cy="338554"/>
          </a:xfrm>
          <a:prstGeom prst="rect">
            <a:avLst/>
          </a:prstGeom>
          <a:noFill/>
          <a:ln w="12700">
            <a:noFill/>
            <a:prstDash val="solid"/>
          </a:ln>
        </p:spPr>
        <p:txBody>
          <a:bodyPr wrap="square" lIns="0" tIns="0" rIns="0" bIns="0" anchor="t">
            <a:spAutoFit/>
          </a:bodyPr>
          <a:lstStyle>
            <a:lvl1pPr algn="l">
              <a:lnSpc>
                <a:spcPct val="100000"/>
              </a:lnSpc>
              <a:defRPr sz="1600" b="0" i="0" u="none" strike="noStrike" spc="0">
                <a:solidFill>
                  <a:srgbClr val="1F2329">
                    <a:alpha val="100000"/>
                  </a:srgbClr>
                </a:solidFill>
                <a:latin typeface="Noto Sans SC" panose="020B0200000000000000" charset="-122"/>
              </a:defRPr>
            </a:lvl1pPr>
          </a:lstStyle>
          <a:p>
            <a:pPr marL="0" indent="0" algn="l">
              <a:lnSpc>
                <a:spcPct val="100000"/>
              </a:lnSpc>
              <a:spcAft>
                <a:spcPts val="600"/>
              </a:spcAft>
            </a:pPr>
            <a:r>
              <a:rPr lang="en-US" sz="1600" b="0" i="0" u="none" strike="noStrike">
                <a:solidFill>
                  <a:srgbClr val="000000"/>
                </a:solidFill>
                <a:latin typeface="Montserrat SemiBold"/>
                <a:ea typeface="Montserrat SemiBold"/>
                <a:cs typeface="Montserrat SemiBold"/>
                <a:sym typeface="Montserrat SemiBold"/>
              </a:rPr>
              <a:t>Click to add text</a:t>
            </a: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4338" y="6261619"/>
            <a:ext cx="1111378" cy="198900"/>
          </a:xfrm>
          <a:prstGeom prst="rect">
            <a:avLst/>
          </a:prstGeom>
        </p:spPr>
      </p:pic>
      <p:sp>
        <p:nvSpPr>
          <p:cNvPr id="6" name="AutoShape 6"/>
          <p:cNvSpPr/>
          <p:nvPr/>
        </p:nvSpPr>
        <p:spPr>
          <a:xfrm>
            <a:off x="11429230" y="6298599"/>
            <a:ext cx="458064" cy="216025"/>
          </a:xfrm>
          <a:prstGeom prst="rect">
            <a:avLst/>
          </a:prstGeom>
          <a:noFill/>
          <a:ln w="12700">
            <a:noFill/>
            <a:prstDash val="solid"/>
          </a:ln>
        </p:spPr>
        <p:txBody>
          <a:bodyPr vert="horz" wrap="square" lIns="91440" tIns="45720" rIns="91440" bIns="45720" rtlCol="0" anchor="ctr">
            <a:noAutofit/>
          </a:bodyPr>
          <a:lstStyle/>
          <a:p>
            <a:pPr algn="r">
              <a:defRPr/>
            </a:pPr>
            <a:endParaRPr/>
          </a:p>
        </p:txBody>
      </p:sp>
      <p:sp>
        <p:nvSpPr>
          <p:cNvPr id="7" name="AutoShape 7"/>
          <p:cNvSpPr/>
          <p:nvPr/>
        </p:nvSpPr>
        <p:spPr>
          <a:xfrm>
            <a:off x="5793038" y="6384973"/>
            <a:ext cx="605935" cy="100027"/>
          </a:xfrm>
          <a:prstGeom prst="rect">
            <a:avLst/>
          </a:prstGeom>
          <a:noFill/>
          <a:ln w="12700">
            <a:noFill/>
            <a:prstDash val="solid"/>
          </a:ln>
        </p:spPr>
        <p:txBody>
          <a:bodyPr wrap="none" lIns="0" tIns="0" rIns="0" bIns="0" rtlCol="0" anchor="ctr">
            <a:spAutoFit/>
          </a:bodyPr>
          <a:lstStyle/>
          <a:p>
            <a:pPr marL="0" indent="0" algn="ctr">
              <a:lnSpc>
                <a:spcPct val="100000"/>
              </a:lnSpc>
              <a:defRPr/>
            </a:pPr>
            <a:r>
              <a:rPr lang="en-US" sz="650" b="0" i="0" u="none" strike="noStrike">
                <a:solidFill>
                  <a:srgbClr val="808080"/>
                </a:solidFill>
                <a:latin typeface="Biennale"/>
                <a:ea typeface="Biennale"/>
                <a:cs typeface="Biennale"/>
                <a:sym typeface="Biennale"/>
              </a:rPr>
              <a:t>© EVIDEN SAS</a:t>
            </a:r>
            <a:endParaRPr lang="en-US" sz="110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1_Title Only">
    <p:spTree>
      <p:nvGrpSpPr>
        <p:cNvPr id="1" name=""/>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name="Title and Text">
    <p:spTree>
      <p:nvGrpSpPr>
        <p:cNvPr id="1" name=""/>
        <p:cNvGrpSpPr/>
        <p:nvPr/>
      </p:nvGrpSpPr>
      <p:grpSpPr>
        <a:xfrm>
          <a:off x="0" y="0"/>
          <a:ext cx="0" cy="0"/>
          <a:chOff x="0" y="0"/>
          <a:chExt cx="0" cy="0"/>
        </a:xfrm>
      </p:grpSpPr>
      <p:sp>
        <p:nvSpPr>
          <p:cNvPr id="2" name="AutoShape 2"/>
          <p:cNvSpPr>
            <a:spLocks noGrp="1"/>
          </p:cNvSpPr>
          <p:nvPr>
            <p:ph type="body" sz="quarter" idx="144" hasCustomPrompt="1"/>
          </p:nvPr>
        </p:nvSpPr>
        <p:spPr>
          <a:xfrm>
            <a:off x="501520" y="1557338"/>
            <a:ext cx="11183565" cy="4787900"/>
          </a:xfrm>
          <a:prstGeom prst="rect">
            <a:avLst/>
          </a:prstGeom>
          <a:noFill/>
          <a:ln w="12700">
            <a:noFill/>
            <a:prstDash val="solid"/>
          </a:ln>
        </p:spPr>
        <p:txBody>
          <a:bodyPr wrap="square" lIns="0" tIns="0" rIns="0" bIns="0" anchor="t">
            <a:noAutofit/>
          </a:bodyPr>
          <a:lstStyle>
            <a:lvl1pPr marL="431800" indent="-203200" algn="l">
              <a:lnSpc>
                <a:spcPct val="100000"/>
              </a:lnSpc>
              <a:defRPr sz="1600" b="0" i="0" u="none" strike="noStrike" spc="0">
                <a:solidFill>
                  <a:srgbClr val="00005C">
                    <a:alpha val="100000"/>
                  </a:srgbClr>
                </a:solidFill>
                <a:latin typeface="Biennale"/>
              </a:defRPr>
            </a:lvl1pPr>
            <a:lvl2pPr marL="660400" indent="-203200"/>
            <a:lvl3pPr marL="889000" indent="-203200"/>
            <a:lvl4pPr marL="1117600" indent="-203200"/>
            <a:lvl5pPr marL="914400" indent="0"/>
            <a:lvl6pPr marL="711200" indent="0"/>
            <a:lvl7pPr marL="508000" indent="0"/>
            <a:lvl8pPr marL="304800" indent="0"/>
            <a:lvl9pPr marL="101600" indent="0"/>
          </a:lstStyle>
          <a:p>
            <a:pPr marL="228600" indent="-228600" algn="l">
              <a:lnSpc>
                <a:spcPct val="100000"/>
              </a:lnSpc>
              <a:spcAft>
                <a:spcPts val="600"/>
              </a:spcAft>
              <a:buClr>
                <a:srgbClr val="00005C"/>
              </a:buClr>
              <a:buFont typeface="Arial" panose="020B0604020202020204"/>
              <a:buChar char="•"/>
            </a:pPr>
            <a:r>
              <a:rPr lang="en-US" sz="1600" b="0" i="0" u="none" strike="noStrike">
                <a:solidFill>
                  <a:srgbClr val="00005C"/>
                </a:solidFill>
                <a:latin typeface="Biennale"/>
                <a:ea typeface="Biennale"/>
                <a:cs typeface="Biennale"/>
                <a:sym typeface="Biennale"/>
              </a:rPr>
              <a:t>Start typing to add text without a bullet point. To add a bullet point, place the cursor at the start of this line and press tab.</a:t>
            </a:r>
          </a:p>
          <a:p>
            <a:pPr marL="457200" lvl="1" indent="-228600" algn="l">
              <a:lnSpc>
                <a:spcPct val="100000"/>
              </a:lnSpc>
              <a:spcAft>
                <a:spcPts val="600"/>
              </a:spcAft>
              <a:buClr>
                <a:srgbClr val="00005C"/>
              </a:buClr>
              <a:buFont typeface="Arial" panose="020B0604020202020204"/>
              <a:buChar char="•"/>
            </a:pPr>
            <a:r>
              <a:rPr lang="en-US" sz="1600" b="0" i="0" u="none" strike="noStrike">
                <a:solidFill>
                  <a:srgbClr val="00005C"/>
                </a:solidFill>
                <a:latin typeface="Biennale"/>
                <a:ea typeface="Biennale"/>
                <a:cs typeface="Biennale"/>
                <a:sym typeface="Biennale"/>
              </a:rPr>
              <a:t>Second level</a:t>
            </a:r>
          </a:p>
          <a:p>
            <a:pPr marL="685800" lvl="2" indent="-228600" algn="l">
              <a:lnSpc>
                <a:spcPct val="100000"/>
              </a:lnSpc>
              <a:spcAft>
                <a:spcPts val="600"/>
              </a:spcAft>
              <a:buClr>
                <a:srgbClr val="00005C"/>
              </a:buClr>
              <a:buFont typeface="Arial" panose="020B0604020202020204"/>
              <a:buChar char="•"/>
            </a:pPr>
            <a:r>
              <a:rPr lang="en-US" sz="1600" b="0" i="0" u="none" strike="noStrike">
                <a:solidFill>
                  <a:srgbClr val="00005C"/>
                </a:solidFill>
                <a:latin typeface="Biennale"/>
                <a:ea typeface="Biennale"/>
                <a:cs typeface="Biennale"/>
                <a:sym typeface="Biennale"/>
              </a:rPr>
              <a:t>Third level</a:t>
            </a:r>
          </a:p>
          <a:p>
            <a:pPr marL="914400" lvl="3" indent="-228600" algn="l">
              <a:lnSpc>
                <a:spcPct val="100000"/>
              </a:lnSpc>
              <a:spcAft>
                <a:spcPts val="600"/>
              </a:spcAft>
              <a:buClr>
                <a:srgbClr val="00005C"/>
              </a:buClr>
              <a:buFont typeface="Arial" panose="020B0604020202020204"/>
              <a:buChar char="•"/>
            </a:pPr>
            <a:r>
              <a:rPr lang="en-US" sz="1600" b="0" i="0" u="none" strike="noStrike">
                <a:solidFill>
                  <a:srgbClr val="00005C"/>
                </a:solidFill>
                <a:latin typeface="Biennale"/>
                <a:ea typeface="Biennale"/>
                <a:cs typeface="Biennale"/>
                <a:sym typeface="Biennale"/>
              </a:rPr>
              <a:t>Fourth level</a:t>
            </a:r>
          </a:p>
          <a:p>
            <a:pPr marL="914400" lvl="4" indent="0" algn="l">
              <a:lnSpc>
                <a:spcPct val="100000"/>
              </a:lnSpc>
              <a:spcAft>
                <a:spcPts val="600"/>
              </a:spcAft>
            </a:pPr>
            <a:r>
              <a:rPr lang="en-US" sz="1600" b="0" i="0" u="none" strike="noStrike">
                <a:solidFill>
                  <a:srgbClr val="00005C"/>
                </a:solidFill>
                <a:latin typeface="Biennale"/>
                <a:ea typeface="Biennale"/>
                <a:cs typeface="Biennale"/>
                <a:sym typeface="Biennale"/>
              </a:rPr>
              <a:t>Fifth level</a:t>
            </a:r>
          </a:p>
        </p:txBody>
      </p:sp>
      <p:sp>
        <p:nvSpPr>
          <p:cNvPr id="3" name="AutoShape 3"/>
          <p:cNvSpPr>
            <a:spLocks noGrp="1"/>
          </p:cNvSpPr>
          <p:nvPr>
            <p:ph type="body" sz="quarter" idx="145" hasCustomPrompt="1"/>
          </p:nvPr>
        </p:nvSpPr>
        <p:spPr>
          <a:xfrm>
            <a:off x="503870" y="504000"/>
            <a:ext cx="11183564" cy="369332"/>
          </a:xfrm>
          <a:prstGeom prst="rect">
            <a:avLst/>
          </a:prstGeom>
          <a:noFill/>
          <a:ln w="12700">
            <a:noFill/>
            <a:prstDash val="solid"/>
          </a:ln>
        </p:spPr>
        <p:txBody>
          <a:bodyPr wrap="square" lIns="0" tIns="0" rIns="0" bIns="0" anchor="t">
            <a:noAutofit/>
          </a:bodyPr>
          <a:lstStyle>
            <a:lvl1pPr algn="l">
              <a:lnSpc>
                <a:spcPct val="100000"/>
              </a:lnSpc>
              <a:defRPr sz="2800" b="0" i="0" u="none" strike="noStrike" spc="0">
                <a:solidFill>
                  <a:srgbClr val="0073E6">
                    <a:alpha val="100000"/>
                  </a:srgbClr>
                </a:solidFill>
                <a:latin typeface="Biennale Bold"/>
              </a:defRPr>
            </a:lvl1pPr>
          </a:lstStyle>
          <a:p>
            <a:pPr marL="0" indent="0" algn="l">
              <a:lnSpc>
                <a:spcPct val="100000"/>
              </a:lnSpc>
            </a:pPr>
            <a:r>
              <a:rPr lang="en-US" sz="2800" b="0" i="0" u="none" strike="noStrike">
                <a:solidFill>
                  <a:srgbClr val="0073E6"/>
                </a:solidFill>
                <a:latin typeface="Biennale Bold"/>
                <a:ea typeface="Biennale Bold"/>
                <a:cs typeface="Biennale Bold"/>
                <a:sym typeface="Biennale Bold"/>
              </a:rPr>
              <a:t>Insert page title (sentence case)</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Divider Page">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a:spLocks noGrp="1"/>
          </p:cNvSpPr>
          <p:nvPr>
            <p:ph type="body" sz="quarter" idx="146" hasCustomPrompt="1"/>
          </p:nvPr>
        </p:nvSpPr>
        <p:spPr>
          <a:xfrm>
            <a:off x="503869" y="3090446"/>
            <a:ext cx="11182288" cy="677108"/>
          </a:xfrm>
          <a:prstGeom prst="rect">
            <a:avLst/>
          </a:prstGeom>
          <a:noFill/>
          <a:ln w="12700">
            <a:noFill/>
            <a:prstDash val="solid"/>
          </a:ln>
        </p:spPr>
        <p:txBody>
          <a:bodyPr wrap="square" lIns="0" tIns="0" rIns="0" bIns="0" anchor="ctr">
            <a:noAutofit/>
          </a:bodyPr>
          <a:lstStyle>
            <a:lvl1pPr algn="l">
              <a:lnSpc>
                <a:spcPct val="100000"/>
              </a:lnSpc>
              <a:defRPr sz="4400" b="0" i="0" u="none" strike="noStrike" spc="0">
                <a:solidFill>
                  <a:srgbClr val="000000">
                    <a:alpha val="100000"/>
                  </a:srgbClr>
                </a:solidFill>
                <a:latin typeface="Biennale Bold"/>
              </a:defRPr>
            </a:lvl1pPr>
          </a:lstStyle>
          <a:p>
            <a:pPr marL="0" indent="0" algn="l">
              <a:lnSpc>
                <a:spcPct val="100000"/>
              </a:lnSpc>
            </a:pPr>
            <a:r>
              <a:rPr lang="en-US" sz="4400" b="0" i="0" u="none" strike="noStrike">
                <a:solidFill>
                  <a:srgbClr val="000000"/>
                </a:solidFill>
                <a:latin typeface="Biennale Bold"/>
                <a:ea typeface="Biennale Bold"/>
                <a:cs typeface="Biennale Bold"/>
                <a:sym typeface="Biennale Bold"/>
              </a:rPr>
              <a:t>Divider page</a:t>
            </a: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Custom Layout">
    <p:spTree>
      <p:nvGrpSpPr>
        <p:cNvPr id="1" name=""/>
        <p:cNvGrpSpPr/>
        <p:nvPr/>
      </p:nvGrpSpPr>
      <p:grpSpPr>
        <a:xfrm>
          <a:off x="0" y="0"/>
          <a:ext cx="0" cy="0"/>
          <a:chOff x="0" y="0"/>
          <a:chExt cx="0" cy="0"/>
        </a:xfrm>
      </p:grpSpPr>
      <p:sp>
        <p:nvSpPr>
          <p:cNvPr id="2" name="AutoShape 2"/>
          <p:cNvSpPr>
            <a:spLocks noGrp="1"/>
          </p:cNvSpPr>
          <p:nvPr>
            <p:ph type="pic" sz="quarter" idx="147"/>
          </p:nvPr>
        </p:nvSpPr>
        <p:spPr>
          <a:xfrm>
            <a:off x="403411" y="38695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 name="AutoShape 3"/>
          <p:cNvSpPr>
            <a:spLocks noGrp="1"/>
          </p:cNvSpPr>
          <p:nvPr>
            <p:ph type="pic" sz="quarter" idx="148"/>
          </p:nvPr>
        </p:nvSpPr>
        <p:spPr>
          <a:xfrm>
            <a:off x="403411" y="1439904"/>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 name="AutoShape 4"/>
          <p:cNvSpPr>
            <a:spLocks noGrp="1"/>
          </p:cNvSpPr>
          <p:nvPr>
            <p:ph type="pic" sz="quarter" idx="149"/>
          </p:nvPr>
        </p:nvSpPr>
        <p:spPr>
          <a:xfrm>
            <a:off x="403411" y="354236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5" name="AutoShape 5"/>
          <p:cNvSpPr>
            <a:spLocks noGrp="1"/>
          </p:cNvSpPr>
          <p:nvPr>
            <p:ph type="pic" sz="quarter" idx="150"/>
          </p:nvPr>
        </p:nvSpPr>
        <p:spPr>
          <a:xfrm>
            <a:off x="403411" y="249284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6" name="AutoShape 6"/>
          <p:cNvSpPr>
            <a:spLocks noGrp="1"/>
          </p:cNvSpPr>
          <p:nvPr>
            <p:ph type="pic" sz="quarter" idx="151"/>
          </p:nvPr>
        </p:nvSpPr>
        <p:spPr>
          <a:xfrm>
            <a:off x="403411" y="5651686"/>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7" name="AutoShape 7"/>
          <p:cNvSpPr>
            <a:spLocks noGrp="1"/>
          </p:cNvSpPr>
          <p:nvPr>
            <p:ph type="pic" sz="quarter" idx="152"/>
          </p:nvPr>
        </p:nvSpPr>
        <p:spPr>
          <a:xfrm>
            <a:off x="403411" y="459873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8" name="AutoShape 8"/>
          <p:cNvSpPr>
            <a:spLocks noGrp="1"/>
          </p:cNvSpPr>
          <p:nvPr>
            <p:ph type="pic" sz="quarter" idx="153"/>
          </p:nvPr>
        </p:nvSpPr>
        <p:spPr>
          <a:xfrm>
            <a:off x="1705399" y="38695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9" name="AutoShape 9"/>
          <p:cNvSpPr>
            <a:spLocks noGrp="1"/>
          </p:cNvSpPr>
          <p:nvPr>
            <p:ph type="pic" sz="quarter" idx="154"/>
          </p:nvPr>
        </p:nvSpPr>
        <p:spPr>
          <a:xfrm>
            <a:off x="3007387" y="38695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0" name="AutoShape 10"/>
          <p:cNvSpPr>
            <a:spLocks noGrp="1"/>
          </p:cNvSpPr>
          <p:nvPr>
            <p:ph type="pic" sz="quarter" idx="155"/>
          </p:nvPr>
        </p:nvSpPr>
        <p:spPr>
          <a:xfrm>
            <a:off x="4309375" y="38695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1" name="AutoShape 11"/>
          <p:cNvSpPr>
            <a:spLocks noGrp="1"/>
          </p:cNvSpPr>
          <p:nvPr>
            <p:ph type="pic" sz="quarter" idx="156"/>
          </p:nvPr>
        </p:nvSpPr>
        <p:spPr>
          <a:xfrm>
            <a:off x="5611363" y="38695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2" name="AutoShape 12"/>
          <p:cNvSpPr>
            <a:spLocks noGrp="1"/>
          </p:cNvSpPr>
          <p:nvPr>
            <p:ph type="pic" sz="quarter" idx="157"/>
          </p:nvPr>
        </p:nvSpPr>
        <p:spPr>
          <a:xfrm>
            <a:off x="6913351" y="38695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3" name="AutoShape 13"/>
          <p:cNvSpPr>
            <a:spLocks noGrp="1"/>
          </p:cNvSpPr>
          <p:nvPr>
            <p:ph type="pic" sz="quarter" idx="158"/>
          </p:nvPr>
        </p:nvSpPr>
        <p:spPr>
          <a:xfrm>
            <a:off x="8215339" y="38695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4" name="AutoShape 14"/>
          <p:cNvSpPr>
            <a:spLocks noGrp="1"/>
          </p:cNvSpPr>
          <p:nvPr>
            <p:ph type="pic" sz="quarter" idx="159"/>
          </p:nvPr>
        </p:nvSpPr>
        <p:spPr>
          <a:xfrm>
            <a:off x="9517327" y="38695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5" name="AutoShape 15"/>
          <p:cNvSpPr>
            <a:spLocks noGrp="1"/>
          </p:cNvSpPr>
          <p:nvPr>
            <p:ph type="pic" sz="quarter" idx="160"/>
          </p:nvPr>
        </p:nvSpPr>
        <p:spPr>
          <a:xfrm>
            <a:off x="10819317" y="390393"/>
            <a:ext cx="1218883" cy="872151"/>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6" name="AutoShape 16"/>
          <p:cNvSpPr>
            <a:spLocks noGrp="1"/>
          </p:cNvSpPr>
          <p:nvPr>
            <p:ph type="pic" sz="quarter" idx="161"/>
          </p:nvPr>
        </p:nvSpPr>
        <p:spPr>
          <a:xfrm>
            <a:off x="1705399" y="143647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7" name="AutoShape 17"/>
          <p:cNvSpPr>
            <a:spLocks noGrp="1"/>
          </p:cNvSpPr>
          <p:nvPr>
            <p:ph type="pic" sz="quarter" idx="162"/>
          </p:nvPr>
        </p:nvSpPr>
        <p:spPr>
          <a:xfrm>
            <a:off x="3007387" y="143647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8" name="AutoShape 18"/>
          <p:cNvSpPr>
            <a:spLocks noGrp="1"/>
          </p:cNvSpPr>
          <p:nvPr>
            <p:ph type="pic" sz="quarter" idx="163"/>
          </p:nvPr>
        </p:nvSpPr>
        <p:spPr>
          <a:xfrm>
            <a:off x="4309375" y="143647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19" name="AutoShape 19"/>
          <p:cNvSpPr>
            <a:spLocks noGrp="1"/>
          </p:cNvSpPr>
          <p:nvPr>
            <p:ph type="pic" sz="quarter" idx="164"/>
          </p:nvPr>
        </p:nvSpPr>
        <p:spPr>
          <a:xfrm>
            <a:off x="5611363" y="143647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0" name="AutoShape 20"/>
          <p:cNvSpPr>
            <a:spLocks noGrp="1"/>
          </p:cNvSpPr>
          <p:nvPr>
            <p:ph type="pic" sz="quarter" idx="165"/>
          </p:nvPr>
        </p:nvSpPr>
        <p:spPr>
          <a:xfrm>
            <a:off x="6913351" y="143647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1" name="AutoShape 21"/>
          <p:cNvSpPr>
            <a:spLocks noGrp="1"/>
          </p:cNvSpPr>
          <p:nvPr>
            <p:ph type="pic" sz="quarter" idx="166"/>
          </p:nvPr>
        </p:nvSpPr>
        <p:spPr>
          <a:xfrm>
            <a:off x="8215339" y="143647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2" name="AutoShape 22"/>
          <p:cNvSpPr>
            <a:spLocks noGrp="1"/>
          </p:cNvSpPr>
          <p:nvPr>
            <p:ph type="pic" sz="quarter" idx="167"/>
          </p:nvPr>
        </p:nvSpPr>
        <p:spPr>
          <a:xfrm>
            <a:off x="9517327" y="143647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3" name="AutoShape 23"/>
          <p:cNvSpPr>
            <a:spLocks noGrp="1"/>
          </p:cNvSpPr>
          <p:nvPr>
            <p:ph type="pic" sz="quarter" idx="168"/>
          </p:nvPr>
        </p:nvSpPr>
        <p:spPr>
          <a:xfrm>
            <a:off x="10819317" y="1439904"/>
            <a:ext cx="1218883" cy="872151"/>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4" name="AutoShape 24"/>
          <p:cNvSpPr>
            <a:spLocks noGrp="1"/>
          </p:cNvSpPr>
          <p:nvPr>
            <p:ph type="pic" sz="quarter" idx="169"/>
          </p:nvPr>
        </p:nvSpPr>
        <p:spPr>
          <a:xfrm>
            <a:off x="1705399" y="249284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5" name="AutoShape 25"/>
          <p:cNvSpPr>
            <a:spLocks noGrp="1"/>
          </p:cNvSpPr>
          <p:nvPr>
            <p:ph type="pic" sz="quarter" idx="170"/>
          </p:nvPr>
        </p:nvSpPr>
        <p:spPr>
          <a:xfrm>
            <a:off x="3007387" y="249284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6" name="AutoShape 26"/>
          <p:cNvSpPr>
            <a:spLocks noGrp="1"/>
          </p:cNvSpPr>
          <p:nvPr>
            <p:ph type="pic" sz="quarter" idx="171"/>
          </p:nvPr>
        </p:nvSpPr>
        <p:spPr>
          <a:xfrm>
            <a:off x="4309375" y="249284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7" name="AutoShape 27"/>
          <p:cNvSpPr>
            <a:spLocks noGrp="1"/>
          </p:cNvSpPr>
          <p:nvPr>
            <p:ph type="pic" sz="quarter" idx="172"/>
          </p:nvPr>
        </p:nvSpPr>
        <p:spPr>
          <a:xfrm>
            <a:off x="5611363" y="249284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8" name="AutoShape 28"/>
          <p:cNvSpPr>
            <a:spLocks noGrp="1"/>
          </p:cNvSpPr>
          <p:nvPr>
            <p:ph type="pic" sz="quarter" idx="173"/>
          </p:nvPr>
        </p:nvSpPr>
        <p:spPr>
          <a:xfrm>
            <a:off x="6913351" y="249284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29" name="AutoShape 29"/>
          <p:cNvSpPr>
            <a:spLocks noGrp="1"/>
          </p:cNvSpPr>
          <p:nvPr>
            <p:ph type="pic" sz="quarter" idx="174"/>
          </p:nvPr>
        </p:nvSpPr>
        <p:spPr>
          <a:xfrm>
            <a:off x="8215339" y="249284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0" name="AutoShape 30"/>
          <p:cNvSpPr>
            <a:spLocks noGrp="1"/>
          </p:cNvSpPr>
          <p:nvPr>
            <p:ph type="pic" sz="quarter" idx="175"/>
          </p:nvPr>
        </p:nvSpPr>
        <p:spPr>
          <a:xfrm>
            <a:off x="9517327" y="249284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1" name="AutoShape 31"/>
          <p:cNvSpPr>
            <a:spLocks noGrp="1"/>
          </p:cNvSpPr>
          <p:nvPr>
            <p:ph type="pic" sz="quarter" idx="176"/>
          </p:nvPr>
        </p:nvSpPr>
        <p:spPr>
          <a:xfrm>
            <a:off x="10819317" y="2496283"/>
            <a:ext cx="1218883" cy="872151"/>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2" name="AutoShape 32"/>
          <p:cNvSpPr>
            <a:spLocks noGrp="1"/>
          </p:cNvSpPr>
          <p:nvPr>
            <p:ph type="pic" sz="quarter" idx="177"/>
          </p:nvPr>
        </p:nvSpPr>
        <p:spPr>
          <a:xfrm>
            <a:off x="1705399" y="354236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3" name="AutoShape 33"/>
          <p:cNvSpPr>
            <a:spLocks noGrp="1"/>
          </p:cNvSpPr>
          <p:nvPr>
            <p:ph type="pic" sz="quarter" idx="178"/>
          </p:nvPr>
        </p:nvSpPr>
        <p:spPr>
          <a:xfrm>
            <a:off x="3007387" y="354236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4" name="AutoShape 34"/>
          <p:cNvSpPr>
            <a:spLocks noGrp="1"/>
          </p:cNvSpPr>
          <p:nvPr>
            <p:ph type="pic" sz="quarter" idx="179"/>
          </p:nvPr>
        </p:nvSpPr>
        <p:spPr>
          <a:xfrm>
            <a:off x="4309375" y="354236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5" name="AutoShape 35"/>
          <p:cNvSpPr>
            <a:spLocks noGrp="1"/>
          </p:cNvSpPr>
          <p:nvPr>
            <p:ph type="pic" sz="quarter" idx="180"/>
          </p:nvPr>
        </p:nvSpPr>
        <p:spPr>
          <a:xfrm>
            <a:off x="5611363" y="354236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6" name="AutoShape 36"/>
          <p:cNvSpPr>
            <a:spLocks noGrp="1"/>
          </p:cNvSpPr>
          <p:nvPr>
            <p:ph type="pic" sz="quarter" idx="181"/>
          </p:nvPr>
        </p:nvSpPr>
        <p:spPr>
          <a:xfrm>
            <a:off x="6913351" y="354236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7" name="AutoShape 37"/>
          <p:cNvSpPr>
            <a:spLocks noGrp="1"/>
          </p:cNvSpPr>
          <p:nvPr>
            <p:ph type="pic" sz="quarter" idx="182"/>
          </p:nvPr>
        </p:nvSpPr>
        <p:spPr>
          <a:xfrm>
            <a:off x="8215339" y="354236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8" name="AutoShape 38"/>
          <p:cNvSpPr>
            <a:spLocks noGrp="1"/>
          </p:cNvSpPr>
          <p:nvPr>
            <p:ph type="pic" sz="quarter" idx="183"/>
          </p:nvPr>
        </p:nvSpPr>
        <p:spPr>
          <a:xfrm>
            <a:off x="9517327" y="3542360"/>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39" name="AutoShape 39"/>
          <p:cNvSpPr>
            <a:spLocks noGrp="1"/>
          </p:cNvSpPr>
          <p:nvPr>
            <p:ph type="pic" sz="quarter" idx="184"/>
          </p:nvPr>
        </p:nvSpPr>
        <p:spPr>
          <a:xfrm>
            <a:off x="10819317" y="3542360"/>
            <a:ext cx="1218883" cy="872151"/>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0" name="AutoShape 40"/>
          <p:cNvSpPr>
            <a:spLocks noGrp="1"/>
          </p:cNvSpPr>
          <p:nvPr>
            <p:ph type="pic" sz="quarter" idx="185"/>
          </p:nvPr>
        </p:nvSpPr>
        <p:spPr>
          <a:xfrm>
            <a:off x="1705399" y="459873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1" name="AutoShape 41"/>
          <p:cNvSpPr>
            <a:spLocks noGrp="1"/>
          </p:cNvSpPr>
          <p:nvPr>
            <p:ph type="pic" sz="quarter" idx="186"/>
          </p:nvPr>
        </p:nvSpPr>
        <p:spPr>
          <a:xfrm>
            <a:off x="3007387" y="459873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2" name="AutoShape 42"/>
          <p:cNvSpPr>
            <a:spLocks noGrp="1"/>
          </p:cNvSpPr>
          <p:nvPr>
            <p:ph type="pic" sz="quarter" idx="187"/>
          </p:nvPr>
        </p:nvSpPr>
        <p:spPr>
          <a:xfrm>
            <a:off x="4309375" y="459873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3" name="AutoShape 43"/>
          <p:cNvSpPr>
            <a:spLocks noGrp="1"/>
          </p:cNvSpPr>
          <p:nvPr>
            <p:ph type="pic" sz="quarter" idx="188"/>
          </p:nvPr>
        </p:nvSpPr>
        <p:spPr>
          <a:xfrm>
            <a:off x="5611363" y="459873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4" name="AutoShape 44"/>
          <p:cNvSpPr>
            <a:spLocks noGrp="1"/>
          </p:cNvSpPr>
          <p:nvPr>
            <p:ph type="pic" sz="quarter" idx="189"/>
          </p:nvPr>
        </p:nvSpPr>
        <p:spPr>
          <a:xfrm>
            <a:off x="6913351" y="459873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5" name="AutoShape 45"/>
          <p:cNvSpPr>
            <a:spLocks noGrp="1"/>
          </p:cNvSpPr>
          <p:nvPr>
            <p:ph type="pic" sz="quarter" idx="190"/>
          </p:nvPr>
        </p:nvSpPr>
        <p:spPr>
          <a:xfrm>
            <a:off x="8215339" y="459873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6" name="AutoShape 46"/>
          <p:cNvSpPr>
            <a:spLocks noGrp="1"/>
          </p:cNvSpPr>
          <p:nvPr>
            <p:ph type="pic" sz="quarter" idx="191"/>
          </p:nvPr>
        </p:nvSpPr>
        <p:spPr>
          <a:xfrm>
            <a:off x="9517327" y="4598739"/>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7" name="AutoShape 47"/>
          <p:cNvSpPr>
            <a:spLocks noGrp="1"/>
          </p:cNvSpPr>
          <p:nvPr>
            <p:ph type="pic" sz="quarter" idx="192"/>
          </p:nvPr>
        </p:nvSpPr>
        <p:spPr>
          <a:xfrm>
            <a:off x="10819317" y="4602173"/>
            <a:ext cx="1218883" cy="872151"/>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8" name="AutoShape 48"/>
          <p:cNvSpPr>
            <a:spLocks noGrp="1"/>
          </p:cNvSpPr>
          <p:nvPr>
            <p:ph type="pic" sz="quarter" idx="193"/>
          </p:nvPr>
        </p:nvSpPr>
        <p:spPr>
          <a:xfrm>
            <a:off x="1705399" y="5648252"/>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49" name="AutoShape 49"/>
          <p:cNvSpPr>
            <a:spLocks noGrp="1"/>
          </p:cNvSpPr>
          <p:nvPr>
            <p:ph type="pic" sz="quarter" idx="194"/>
          </p:nvPr>
        </p:nvSpPr>
        <p:spPr>
          <a:xfrm>
            <a:off x="3007387" y="5648252"/>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50" name="AutoShape 50"/>
          <p:cNvSpPr>
            <a:spLocks noGrp="1"/>
          </p:cNvSpPr>
          <p:nvPr>
            <p:ph type="pic" sz="quarter" idx="195"/>
          </p:nvPr>
        </p:nvSpPr>
        <p:spPr>
          <a:xfrm>
            <a:off x="4309375" y="5648252"/>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51" name="AutoShape 51"/>
          <p:cNvSpPr>
            <a:spLocks noGrp="1"/>
          </p:cNvSpPr>
          <p:nvPr>
            <p:ph type="pic" sz="quarter" idx="196"/>
          </p:nvPr>
        </p:nvSpPr>
        <p:spPr>
          <a:xfrm>
            <a:off x="5611363" y="5648252"/>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52" name="AutoShape 52"/>
          <p:cNvSpPr>
            <a:spLocks noGrp="1"/>
          </p:cNvSpPr>
          <p:nvPr>
            <p:ph type="pic" sz="quarter" idx="197"/>
          </p:nvPr>
        </p:nvSpPr>
        <p:spPr>
          <a:xfrm>
            <a:off x="6913351" y="5648252"/>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53" name="AutoShape 53"/>
          <p:cNvSpPr>
            <a:spLocks noGrp="1"/>
          </p:cNvSpPr>
          <p:nvPr>
            <p:ph type="pic" sz="quarter" idx="198"/>
          </p:nvPr>
        </p:nvSpPr>
        <p:spPr>
          <a:xfrm>
            <a:off x="8215339" y="5648252"/>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54" name="AutoShape 54"/>
          <p:cNvSpPr>
            <a:spLocks noGrp="1"/>
          </p:cNvSpPr>
          <p:nvPr>
            <p:ph type="pic" sz="quarter" idx="199"/>
          </p:nvPr>
        </p:nvSpPr>
        <p:spPr>
          <a:xfrm>
            <a:off x="9517327" y="5648252"/>
            <a:ext cx="1223681" cy="875585"/>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
        <p:nvSpPr>
          <p:cNvPr id="55" name="AutoShape 55"/>
          <p:cNvSpPr>
            <a:spLocks noGrp="1"/>
          </p:cNvSpPr>
          <p:nvPr>
            <p:ph type="pic" sz="quarter" idx="200"/>
          </p:nvPr>
        </p:nvSpPr>
        <p:spPr>
          <a:xfrm>
            <a:off x="10819317" y="5651686"/>
            <a:ext cx="1218883" cy="872151"/>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theme" Target="../theme/theme3.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18" Type="http://schemas.openxmlformats.org/officeDocument/2006/relationships/theme" Target="../theme/theme4.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slideLayout" Target="../slideLayouts/slideLayout46.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ltLang="zh-CN"/>
              <a:t>‹#›</a:t>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
        <p:nvSpPr>
          <p:cNvPr id="3" name="AutoShape 1"/>
          <p:cNvSpPr/>
          <p:nvPr/>
        </p:nvSpPr>
        <p:spPr>
          <a:xfrm>
            <a:off x="428625" y="6517632"/>
            <a:ext cx="1354217" cy="153888"/>
          </a:xfrm>
          <a:prstGeom prst="rect">
            <a:avLst/>
          </a:prstGeom>
          <a:noFill/>
          <a:ln w="12700">
            <a:noFill/>
            <a:prstDash val="solid"/>
          </a:ln>
        </p:spPr>
        <p:txBody>
          <a:bodyPr wrap="none" lIns="0" tIns="0" rIns="0" bIns="0" rtlCol="0" anchor="ctr">
            <a:spAutoFit/>
          </a:bodyPr>
          <a:lstStyle/>
          <a:p>
            <a:pPr marL="0" indent="0" algn="l">
              <a:lnSpc>
                <a:spcPct val="100000"/>
              </a:lnSpc>
              <a:defRPr/>
            </a:pPr>
            <a:r>
              <a:rPr lang="en-US" sz="1000" b="0" i="0" u="none" strike="noStrike">
                <a:solidFill>
                  <a:srgbClr val="00005C"/>
                </a:solidFill>
                <a:latin typeface="Biennale"/>
                <a:ea typeface="Biennale"/>
                <a:cs typeface="Biennale"/>
                <a:sym typeface="Biennale"/>
              </a:rPr>
              <a:t>	Atos Confidential </a:t>
            </a:r>
            <a:endParaRPr lang="en-US" sz="1100"/>
          </a:p>
        </p:txBody>
      </p:sp>
      <p:sp>
        <p:nvSpPr>
          <p:cNvPr id="2" name="Freeform 2"/>
          <p:cNvSpPr/>
          <p:nvPr/>
        </p:nvSpPr>
        <p:spPr>
          <a:xfrm>
            <a:off x="10944224" y="6446085"/>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12700" cap="flat">
            <a:noFill/>
            <a:prstDash val="solid"/>
          </a:ln>
        </p:spPr>
        <p:txBody>
          <a:bodyPr wrap="square" lIns="91440" tIns="45720" rIns="91440" bIns="45720" rtlCol="0" anchor="ctr">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
        <p:nvSpPr>
          <p:cNvPr id="3" name="AutoShape 1"/>
          <p:cNvSpPr/>
          <p:nvPr/>
        </p:nvSpPr>
        <p:spPr>
          <a:xfrm>
            <a:off x="428625" y="6517632"/>
            <a:ext cx="1354217" cy="153888"/>
          </a:xfrm>
          <a:prstGeom prst="rect">
            <a:avLst/>
          </a:prstGeom>
          <a:noFill/>
          <a:ln w="12700">
            <a:noFill/>
            <a:prstDash val="solid"/>
          </a:ln>
        </p:spPr>
        <p:txBody>
          <a:bodyPr wrap="none" lIns="0" tIns="0" rIns="0" bIns="0" rtlCol="0" anchor="ctr">
            <a:spAutoFit/>
          </a:bodyPr>
          <a:lstStyle/>
          <a:p>
            <a:pPr marL="0" indent="0" algn="l">
              <a:lnSpc>
                <a:spcPct val="100000"/>
              </a:lnSpc>
              <a:defRPr/>
            </a:pPr>
            <a:r>
              <a:rPr lang="en-US" sz="1000" b="0" i="0" u="none" strike="noStrike">
                <a:solidFill>
                  <a:srgbClr val="00005C"/>
                </a:solidFill>
                <a:latin typeface="Biennale"/>
                <a:ea typeface="Biennale"/>
                <a:cs typeface="Biennale"/>
                <a:sym typeface="Biennale"/>
              </a:rPr>
              <a:t>	Atos Confidential </a:t>
            </a:r>
            <a:endParaRPr lang="en-US" sz="1100"/>
          </a:p>
        </p:txBody>
      </p:sp>
      <p:sp>
        <p:nvSpPr>
          <p:cNvPr id="2" name="Freeform 2"/>
          <p:cNvSpPr/>
          <p:nvPr/>
        </p:nvSpPr>
        <p:spPr>
          <a:xfrm>
            <a:off x="10944224" y="6446085"/>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12700" cap="flat">
            <a:noFill/>
            <a:prstDash val="solid"/>
          </a:ln>
        </p:spPr>
        <p:txBody>
          <a:bodyPr wrap="square" lIns="91440" tIns="45720" rIns="91440" bIns="45720" rtlCol="0" anchor="ctr">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Tree>
  </p:cSld>
  <p:clrMap bg1="lt1" tx1="dk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 id="2147483696" r:id="rId16"/>
    <p:sldLayoutId id="2147483697"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 Type="http://schemas.openxmlformats.org/officeDocument/2006/relationships/tags" Target="../tags/tag3.xml"/><Relationship Id="rId21" Type="http://schemas.openxmlformats.org/officeDocument/2006/relationships/tags" Target="../tags/tag21.xml"/><Relationship Id="rId34" Type="http://schemas.openxmlformats.org/officeDocument/2006/relationships/image" Target="../media/image18.svg"/><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image" Target="../media/image17.svg"/><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29" Type="http://schemas.openxmlformats.org/officeDocument/2006/relationships/image" Target="../media/image1.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image" Target="../media/image16.svg"/><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notesSlide" Target="../notesSlides/notesSlide4.xml"/><Relationship Id="rId10" Type="http://schemas.openxmlformats.org/officeDocument/2006/relationships/tags" Target="../tags/tag10.xml"/><Relationship Id="rId19" Type="http://schemas.openxmlformats.org/officeDocument/2006/relationships/tags" Target="../tags/tag19.xml"/><Relationship Id="rId31" Type="http://schemas.openxmlformats.org/officeDocument/2006/relationships/image" Target="../media/image15.sv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slideLayout" Target="../slideLayouts/slideLayout12.xml"/><Relationship Id="rId30" Type="http://schemas.openxmlformats.org/officeDocument/2006/relationships/image" Target="../media/image14.svg"/><Relationship Id="rId8" Type="http://schemas.openxmlformats.org/officeDocument/2006/relationships/tags" Target="../tags/tag8.xml"/></Relationships>
</file>

<file path=ppt/slides/_rels/slide6.xml.rels><?xml version="1.0" encoding="UTF-8" standalone="yes"?>
<Relationships xmlns="http://schemas.openxmlformats.org/package/2006/relationships"><Relationship Id="rId8" Type="http://schemas.openxmlformats.org/officeDocument/2006/relationships/tags" Target="../tags/tag34.xml"/><Relationship Id="rId13" Type="http://schemas.openxmlformats.org/officeDocument/2006/relationships/tags" Target="../tags/tag39.xml"/><Relationship Id="rId18" Type="http://schemas.openxmlformats.org/officeDocument/2006/relationships/notesSlide" Target="../notesSlides/notesSlide5.xml"/><Relationship Id="rId3" Type="http://schemas.openxmlformats.org/officeDocument/2006/relationships/tags" Target="../tags/tag29.xml"/><Relationship Id="rId21" Type="http://schemas.openxmlformats.org/officeDocument/2006/relationships/image" Target="../media/image20.svg"/><Relationship Id="rId7" Type="http://schemas.openxmlformats.org/officeDocument/2006/relationships/tags" Target="../tags/tag33.xml"/><Relationship Id="rId12" Type="http://schemas.openxmlformats.org/officeDocument/2006/relationships/tags" Target="../tags/tag38.xml"/><Relationship Id="rId17" Type="http://schemas.openxmlformats.org/officeDocument/2006/relationships/slideLayout" Target="../slideLayouts/slideLayout12.xml"/><Relationship Id="rId2" Type="http://schemas.openxmlformats.org/officeDocument/2006/relationships/tags" Target="../tags/tag28.xml"/><Relationship Id="rId16" Type="http://schemas.openxmlformats.org/officeDocument/2006/relationships/tags" Target="../tags/tag42.xml"/><Relationship Id="rId20" Type="http://schemas.openxmlformats.org/officeDocument/2006/relationships/image" Target="../media/image19.svg"/><Relationship Id="rId1" Type="http://schemas.openxmlformats.org/officeDocument/2006/relationships/tags" Target="../tags/tag27.xml"/><Relationship Id="rId6" Type="http://schemas.openxmlformats.org/officeDocument/2006/relationships/tags" Target="../tags/tag32.xml"/><Relationship Id="rId11" Type="http://schemas.openxmlformats.org/officeDocument/2006/relationships/tags" Target="../tags/tag37.xml"/><Relationship Id="rId5" Type="http://schemas.openxmlformats.org/officeDocument/2006/relationships/tags" Target="../tags/tag31.xml"/><Relationship Id="rId15" Type="http://schemas.openxmlformats.org/officeDocument/2006/relationships/tags" Target="../tags/tag41.xml"/><Relationship Id="rId23" Type="http://schemas.openxmlformats.org/officeDocument/2006/relationships/image" Target="../media/image22.svg"/><Relationship Id="rId10" Type="http://schemas.openxmlformats.org/officeDocument/2006/relationships/tags" Target="../tags/tag36.xml"/><Relationship Id="rId19" Type="http://schemas.openxmlformats.org/officeDocument/2006/relationships/image" Target="../media/image1.png"/><Relationship Id="rId4" Type="http://schemas.openxmlformats.org/officeDocument/2006/relationships/tags" Target="../tags/tag30.xml"/><Relationship Id="rId9" Type="http://schemas.openxmlformats.org/officeDocument/2006/relationships/tags" Target="../tags/tag35.xml"/><Relationship Id="rId14" Type="http://schemas.openxmlformats.org/officeDocument/2006/relationships/tags" Target="../tags/tag40.xml"/><Relationship Id="rId22" Type="http://schemas.openxmlformats.org/officeDocument/2006/relationships/image" Target="../media/image21.sv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3.svg"/></Relationships>
</file>

<file path=ppt/slides/_rels/slide10.xml.rels><?xml version="1.0" encoding="UTF-8" standalone="yes"?>
<Relationships xmlns="http://schemas.openxmlformats.org/package/2006/relationships"><Relationship Id="rId8" Type="http://schemas.openxmlformats.org/officeDocument/2006/relationships/image" Target="../media/image30.svg"/><Relationship Id="rId13" Type="http://schemas.openxmlformats.org/officeDocument/2006/relationships/image" Target="../media/image35.svg"/><Relationship Id="rId3" Type="http://schemas.openxmlformats.org/officeDocument/2006/relationships/image" Target="../media/image1.png"/><Relationship Id="rId7" Type="http://schemas.openxmlformats.org/officeDocument/2006/relationships/image" Target="../media/image29.svg"/><Relationship Id="rId12" Type="http://schemas.openxmlformats.org/officeDocument/2006/relationships/image" Target="../media/image34.svg"/><Relationship Id="rId17" Type="http://schemas.openxmlformats.org/officeDocument/2006/relationships/image" Target="../media/image39.svg"/><Relationship Id="rId2" Type="http://schemas.openxmlformats.org/officeDocument/2006/relationships/notesSlide" Target="../notesSlides/notesSlide9.xml"/><Relationship Id="rId16" Type="http://schemas.openxmlformats.org/officeDocument/2006/relationships/image" Target="../media/image38.svg"/><Relationship Id="rId1" Type="http://schemas.openxmlformats.org/officeDocument/2006/relationships/slideLayout" Target="../slideLayouts/slideLayout12.xml"/><Relationship Id="rId6" Type="http://schemas.openxmlformats.org/officeDocument/2006/relationships/image" Target="../media/image28.svg"/><Relationship Id="rId11" Type="http://schemas.openxmlformats.org/officeDocument/2006/relationships/image" Target="../media/image33.svg"/><Relationship Id="rId5" Type="http://schemas.openxmlformats.org/officeDocument/2006/relationships/image" Target="../media/image27.svg"/><Relationship Id="rId15" Type="http://schemas.openxmlformats.org/officeDocument/2006/relationships/image" Target="../media/image37.svg"/><Relationship Id="rId10" Type="http://schemas.openxmlformats.org/officeDocument/2006/relationships/image" Target="../media/image32.svg"/><Relationship Id="rId4" Type="http://schemas.openxmlformats.org/officeDocument/2006/relationships/image" Target="../media/image26.svg"/><Relationship Id="rId9" Type="http://schemas.openxmlformats.org/officeDocument/2006/relationships/image" Target="../media/image31.svg"/><Relationship Id="rId14" Type="http://schemas.openxmlformats.org/officeDocument/2006/relationships/image" Target="../media/image36.svg"/></Relationships>
</file>

<file path=ppt/slides/_rels/slide11.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notesSlide" Target="../notesSlides/notesSlide10.xml"/><Relationship Id="rId1" Type="http://schemas.openxmlformats.org/officeDocument/2006/relationships/slideLayout" Target="../slideLayouts/slideLayout31.xml"/><Relationship Id="rId5" Type="http://schemas.openxmlformats.org/officeDocument/2006/relationships/image" Target="../media/image42.svg"/><Relationship Id="rId4" Type="http://schemas.openxmlformats.org/officeDocument/2006/relationships/image" Target="../media/image41.svg"/></Relationships>
</file>

<file path=ppt/slides/_rels/slide12.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8" Type="http://schemas.openxmlformats.org/officeDocument/2006/relationships/tags" Target="../tags/tag50.xml"/><Relationship Id="rId13" Type="http://schemas.openxmlformats.org/officeDocument/2006/relationships/slideLayout" Target="../slideLayouts/slideLayout14.xml"/><Relationship Id="rId3" Type="http://schemas.openxmlformats.org/officeDocument/2006/relationships/tags" Target="../tags/tag45.xml"/><Relationship Id="rId7" Type="http://schemas.openxmlformats.org/officeDocument/2006/relationships/tags" Target="../tags/tag49.xml"/><Relationship Id="rId12" Type="http://schemas.openxmlformats.org/officeDocument/2006/relationships/tags" Target="../tags/tag54.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11" Type="http://schemas.openxmlformats.org/officeDocument/2006/relationships/tags" Target="../tags/tag53.xml"/><Relationship Id="rId5" Type="http://schemas.openxmlformats.org/officeDocument/2006/relationships/tags" Target="../tags/tag47.xml"/><Relationship Id="rId10" Type="http://schemas.openxmlformats.org/officeDocument/2006/relationships/tags" Target="../tags/tag52.xml"/><Relationship Id="rId4" Type="http://schemas.openxmlformats.org/officeDocument/2006/relationships/tags" Target="../tags/tag46.xml"/><Relationship Id="rId9" Type="http://schemas.openxmlformats.org/officeDocument/2006/relationships/tags" Target="../tags/tag51.xml"/><Relationship Id="rId14"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23068" y="6391780"/>
            <a:ext cx="835165" cy="153888"/>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 Atos Group</a:t>
            </a:r>
            <a:endParaRPr lang="en-US" sz="1100"/>
          </a:p>
        </p:txBody>
      </p:sp>
      <p:sp>
        <p:nvSpPr>
          <p:cNvPr id="3" name="AutoShape 3"/>
          <p:cNvSpPr/>
          <p:nvPr/>
        </p:nvSpPr>
        <p:spPr>
          <a:xfrm>
            <a:off x="423068" y="1847166"/>
            <a:ext cx="5486400" cy="1581833"/>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spcAft>
                <a:spcPts val="300"/>
              </a:spcAft>
              <a:defRPr/>
            </a:pPr>
            <a:r>
              <a:rPr lang="en-US" sz="4800" b="0" i="0" u="none" strike="noStrike">
                <a:solidFill>
                  <a:srgbClr val="0073E6"/>
                </a:solidFill>
                <a:latin typeface="Biennale Bold"/>
                <a:ea typeface="Biennale Bold"/>
                <a:cs typeface="Biennale Bold"/>
                <a:sym typeface="Biennale Bold"/>
              </a:rPr>
              <a:t>采购配额管理与订单分配智能化</a:t>
            </a:r>
            <a:endParaRPr lang="en-US" sz="1100"/>
          </a:p>
        </p:txBody>
      </p:sp>
      <p:sp>
        <p:nvSpPr>
          <p:cNvPr id="5" name="AutoShape 5"/>
          <p:cNvSpPr/>
          <p:nvPr/>
        </p:nvSpPr>
        <p:spPr>
          <a:xfrm>
            <a:off x="423068" y="5491978"/>
            <a:ext cx="3657600" cy="64008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spcAft>
                <a:spcPts val="600"/>
              </a:spcAft>
              <a:defRPr/>
            </a:pPr>
            <a:r>
              <a:rPr lang="en-US" sz="1600" b="0" i="0" u="none" strike="noStrike">
                <a:solidFill>
                  <a:srgbClr val="00005C"/>
                </a:solidFill>
                <a:latin typeface="Biennale"/>
                <a:ea typeface="Biennale"/>
                <a:cs typeface="Biennale"/>
                <a:sym typeface="Biennale"/>
              </a:rPr>
              <a:t>2026.08.15</a:t>
            </a:r>
            <a:endParaRPr lang="en-US" sz="1100"/>
          </a:p>
        </p:txBody>
      </p:sp>
      <p:pic>
        <p:nvPicPr>
          <p:cNvPr id="6" name="Picture 6"/>
          <p:cNvPicPr>
            <a:picLocks noChangeAspect="1"/>
          </p:cNvPicPr>
          <p:nvPr/>
        </p:nvPicPr>
        <p:blipFill>
          <a:blip r:embed="rId3"/>
          <a:srcRect l="107" r="106"/>
          <a:stretch>
            <a:fillRect/>
          </a:stretch>
        </p:blipFill>
        <p:spPr>
          <a:xfrm>
            <a:off x="6092952" y="0"/>
            <a:ext cx="6099048" cy="68580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423068" y="340653"/>
            <a:ext cx="1930400" cy="381000"/>
          </a:xfrm>
          <a:prstGeom prst="rect">
            <a:avLst/>
          </a:prstGeom>
          <a:noFill/>
          <a:ln w="25400" cap="flat" cmpd="sng">
            <a:noFill/>
            <a:prstDash val="solid"/>
            <a:round/>
          </a:ln>
        </p:spPr>
      </p:pic>
      <p:sp>
        <p:nvSpPr>
          <p:cNvPr id="4" name="文本占位符 1"/>
          <p:cNvSpPr>
            <a:spLocks noGrp="1"/>
          </p:cNvSpPr>
          <p:nvPr/>
        </p:nvSpPr>
        <p:spPr>
          <a:xfrm>
            <a:off x="423068" y="4077251"/>
            <a:ext cx="5486400" cy="112188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3600" kern="1200">
                <a:solidFill>
                  <a:schemeClr val="accent3"/>
                </a:solidFill>
                <a:latin typeface="+mj-lt"/>
                <a:ea typeface="+mn-ea"/>
                <a:cs typeface="+mn-cs"/>
              </a:defRPr>
            </a:lvl1pPr>
            <a:lvl2pPr marL="2286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3200" kern="1200">
                <a:solidFill>
                  <a:srgbClr val="3DC7FF"/>
                </a:solidFill>
                <a:latin typeface="+mj-lt"/>
                <a:ea typeface="+mn-ea"/>
                <a:cs typeface="+mn-cs"/>
              </a:defRPr>
            </a:lvl2pPr>
            <a:lvl3pPr marL="4572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3200" kern="1200">
                <a:solidFill>
                  <a:srgbClr val="3DC7FF"/>
                </a:solidFill>
                <a:latin typeface="+mj-lt"/>
                <a:ea typeface="+mn-ea"/>
                <a:cs typeface="+mn-cs"/>
              </a:defRPr>
            </a:lvl3pPr>
            <a:lvl4pPr marL="6858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3200" kern="1200">
                <a:solidFill>
                  <a:srgbClr val="3DC7FF"/>
                </a:solidFill>
                <a:latin typeface="+mj-lt"/>
                <a:ea typeface="+mn-ea"/>
                <a:cs typeface="+mn-cs"/>
              </a:defRPr>
            </a:lvl4pPr>
            <a:lvl5pPr marL="914400" indent="0" algn="l" defTabSz="914400" rtl="0" eaLnBrk="1" latinLnBrk="0" hangingPunct="1">
              <a:lnSpc>
                <a:spcPct val="100000"/>
              </a:lnSpc>
              <a:spcBef>
                <a:spcPts val="0"/>
              </a:spcBef>
              <a:spcAft>
                <a:spcPts val="600"/>
              </a:spcAft>
              <a:buClr>
                <a:schemeClr val="accent3"/>
              </a:buClr>
              <a:buFont typeface="Arial" panose="020B0604020202020204" pitchFamily="34" charset="0"/>
              <a:buNone/>
              <a:defRPr sz="3200" kern="1200">
                <a:solidFill>
                  <a:srgbClr val="3DC7FF"/>
                </a:solidFill>
                <a:latin typeface="+mj-lt"/>
                <a:ea typeface="+mn-ea"/>
                <a:cs typeface="+mn-cs"/>
              </a:defRPr>
            </a:lvl5pPr>
            <a:lvl6pPr marL="1600200" indent="914400" algn="l" defTabSz="914400" rtl="0" eaLnBrk="1" latinLnBrk="0" hangingPunct="1">
              <a:lnSpc>
                <a:spcPct val="90000"/>
              </a:lnSpc>
              <a:spcBef>
                <a:spcPts val="500"/>
              </a:spcBef>
              <a:buFont typeface="Arial" panose="020B0604020202020204" pitchFamily="34" charset="0"/>
              <a:buNone/>
              <a:defRPr sz="1600" kern="1200">
                <a:solidFill>
                  <a:schemeClr val="accent3"/>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rgbClr val="003366"/>
                </a:solidFill>
                <a:latin typeface="微软雅黑" panose="020B0503020204020204" pitchFamily="34" charset="-122"/>
                <a:ea typeface="微软雅黑" panose="020B0503020204020204" pitchFamily="34" charset="-122"/>
              </a:rPr>
              <a:t>业务诊断咨询及</a:t>
            </a:r>
            <a:r>
              <a:rPr lang="en-US" altLang="zh-CN" dirty="0">
                <a:solidFill>
                  <a:srgbClr val="003366"/>
                </a:solidFill>
                <a:latin typeface="微软雅黑" panose="020B0503020204020204" pitchFamily="34" charset="-122"/>
                <a:ea typeface="微软雅黑" panose="020B0503020204020204" pitchFamily="34" charset="-122"/>
              </a:rPr>
              <a:t>SAP</a:t>
            </a:r>
            <a:r>
              <a:rPr lang="zh-CN" altLang="en-US" dirty="0">
                <a:solidFill>
                  <a:srgbClr val="003366"/>
                </a:solidFill>
                <a:latin typeface="微软雅黑" panose="020B0503020204020204" pitchFamily="34" charset="-122"/>
                <a:ea typeface="微软雅黑" panose="020B0503020204020204" pitchFamily="34" charset="-122"/>
              </a:rPr>
              <a:t>系统升级实施项目</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28625" y="6517632"/>
            <a:ext cx="1354217" cy="153888"/>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Atos Confidential</a:t>
            </a:r>
            <a:endParaRPr lang="en-US" sz="1100"/>
          </a:p>
        </p:txBody>
      </p:sp>
      <p:sp>
        <p:nvSpPr>
          <p:cNvPr id="3" name="Freeform 3"/>
          <p:cNvSpPr/>
          <p:nvPr/>
        </p:nvSpPr>
        <p:spPr>
          <a:xfrm>
            <a:off x="10944224" y="6446085"/>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pic>
        <p:nvPicPr>
          <p:cNvPr id="4" name="Picture 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5400000">
            <a:off x="1117917" y="1285493"/>
            <a:ext cx="1545853" cy="1545853"/>
          </a:xfrm>
          <a:prstGeom prst="rect">
            <a:avLst/>
          </a:prstGeom>
        </p:spPr>
      </p:pic>
      <p:sp>
        <p:nvSpPr>
          <p:cNvPr id="5" name="AutoShape 5"/>
          <p:cNvSpPr/>
          <p:nvPr/>
        </p:nvSpPr>
        <p:spPr>
          <a:xfrm>
            <a:off x="2954745" y="1446367"/>
            <a:ext cx="310983" cy="369332"/>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r>
              <a:rPr lang="en-US" sz="2400" b="0" i="0" u="none" strike="noStrike">
                <a:solidFill>
                  <a:srgbClr val="0073E6"/>
                </a:solidFill>
                <a:latin typeface="Biennale Bold"/>
                <a:ea typeface="Biennale Bold"/>
                <a:cs typeface="Biennale Bold"/>
                <a:sym typeface="Biennale Bold"/>
              </a:rPr>
              <a:t>01</a:t>
            </a:r>
            <a:endParaRPr lang="en-US" sz="1100"/>
          </a:p>
        </p:txBody>
      </p:sp>
      <p:sp>
        <p:nvSpPr>
          <p:cNvPr id="6" name="AutoShape 6"/>
          <p:cNvSpPr>
            <a:spLocks noGrp="1"/>
          </p:cNvSpPr>
          <p:nvPr>
            <p:ph type="body" sz="quarter" idx="4294967295" hasCustomPrompt="1"/>
          </p:nvPr>
        </p:nvSpPr>
        <p:spPr>
          <a:xfrm>
            <a:off x="3621008" y="1446530"/>
            <a:ext cx="7520940" cy="0"/>
          </a:xfrm>
          <a:prstGeom prst="rect">
            <a:avLst/>
          </a:prstGeom>
        </p:spPr>
        <p:txBody>
          <a:bodyPr vert="horz" wrap="none" lIns="0" tIns="0" rIns="0" bIns="0" anchor="t">
            <a:noAutofit/>
          </a:bodyPr>
          <a:lstStyle>
            <a:lvl1pPr algn="l">
              <a:lnSpc>
                <a:spcPct val="100000"/>
              </a:lnSpc>
              <a:defRPr sz="2400" b="0" i="0" u="none" strike="noStrike" spc="0">
                <a:solidFill>
                  <a:srgbClr val="1F2937">
                    <a:alpha val="100000"/>
                  </a:srgbClr>
                </a:solidFill>
                <a:latin typeface="Noto Sans SC" panose="020B0200000000000000" charset="-122"/>
              </a:defRPr>
            </a:lvl1pPr>
          </a:lstStyle>
          <a:p>
            <a:pPr marL="0" indent="0" algn="l">
              <a:lnSpc>
                <a:spcPct val="100000"/>
              </a:lnSpc>
            </a:pPr>
            <a:r>
              <a:rPr lang="en-US" sz="2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专项方案</a:t>
            </a:r>
            <a:r>
              <a:rPr lang="zh-CN" altLang="en-US" sz="2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综述</a:t>
            </a:r>
          </a:p>
        </p:txBody>
      </p:sp>
      <p:sp>
        <p:nvSpPr>
          <p:cNvPr id="7" name="AutoShape 7"/>
          <p:cNvSpPr/>
          <p:nvPr/>
        </p:nvSpPr>
        <p:spPr>
          <a:xfrm>
            <a:off x="11406268" y="1446367"/>
            <a:ext cx="355867" cy="307777"/>
          </a:xfrm>
          <a:prstGeom prst="rect">
            <a:avLst/>
          </a:prstGeom>
          <a:noFill/>
          <a:ln w="12700" cap="flat" cmpd="sng">
            <a:noFill/>
            <a:prstDash val="solid"/>
            <a:round/>
          </a:ln>
        </p:spPr>
        <p:txBody>
          <a:bodyPr vert="horz" wrap="none" lIns="0" tIns="0" rIns="0" bIns="0" rtlCol="0" anchor="t" anchorCtr="0"/>
          <a:lstStyle/>
          <a:p>
            <a:pPr algn="r">
              <a:defRPr/>
            </a:pPr>
            <a:endParaRPr/>
          </a:p>
        </p:txBody>
      </p:sp>
      <p:sp>
        <p:nvSpPr>
          <p:cNvPr id="8" name="AutoShape 8"/>
          <p:cNvSpPr/>
          <p:nvPr/>
        </p:nvSpPr>
        <p:spPr>
          <a:xfrm>
            <a:off x="11410950" y="2419350"/>
            <a:ext cx="355600" cy="307975"/>
          </a:xfrm>
          <a:prstGeom prst="rect">
            <a:avLst/>
          </a:prstGeom>
          <a:noFill/>
          <a:ln w="12700" cap="flat" cmpd="sng">
            <a:noFill/>
            <a:prstDash val="solid"/>
            <a:round/>
          </a:ln>
        </p:spPr>
        <p:txBody>
          <a:bodyPr vert="horz" wrap="none" lIns="0" tIns="0" rIns="0" bIns="0" rtlCol="0" anchor="t" anchorCtr="0"/>
          <a:lstStyle/>
          <a:p>
            <a:pPr algn="r">
              <a:defRPr/>
            </a:pPr>
            <a:endParaRPr/>
          </a:p>
        </p:txBody>
      </p:sp>
      <p:sp>
        <p:nvSpPr>
          <p:cNvPr id="9" name="AutoShape 9"/>
          <p:cNvSpPr/>
          <p:nvPr/>
        </p:nvSpPr>
        <p:spPr>
          <a:xfrm>
            <a:off x="11406268" y="4586561"/>
            <a:ext cx="355867" cy="307777"/>
          </a:xfrm>
          <a:prstGeom prst="rect">
            <a:avLst/>
          </a:prstGeom>
          <a:noFill/>
          <a:ln w="12700" cap="flat" cmpd="sng">
            <a:noFill/>
            <a:prstDash val="solid"/>
            <a:round/>
          </a:ln>
        </p:spPr>
        <p:txBody>
          <a:bodyPr vert="horz" wrap="none" lIns="0" tIns="0" rIns="0" bIns="0" rtlCol="0" anchor="t" anchorCtr="0"/>
          <a:lstStyle/>
          <a:p>
            <a:pPr algn="r">
              <a:defRPr/>
            </a:pPr>
            <a:endParaRPr/>
          </a:p>
        </p:txBody>
      </p:sp>
      <p:sp>
        <p:nvSpPr>
          <p:cNvPr id="10" name="AutoShape 10"/>
          <p:cNvSpPr>
            <a:spLocks noGrp="1"/>
          </p:cNvSpPr>
          <p:nvPr>
            <p:ph type="body" sz="quarter" idx="4294967295" hasCustomPrompt="1"/>
          </p:nvPr>
        </p:nvSpPr>
        <p:spPr>
          <a:xfrm>
            <a:off x="2954745" y="2412966"/>
            <a:ext cx="365760" cy="368935"/>
          </a:xfrm>
          <a:prstGeom prst="rect">
            <a:avLst/>
          </a:prstGeom>
        </p:spPr>
        <p:txBody>
          <a:bodyPr wrap="none" lIns="0" tIns="0" rIns="0" bIns="0" anchor="t">
            <a:spAutoFit/>
          </a:bodyPr>
          <a:lstStyle>
            <a:lvl1pPr algn="l">
              <a:lnSpc>
                <a:spcPct val="100000"/>
              </a:lnSpc>
              <a:defRPr sz="2400" b="0" i="0" u="none" strike="noStrike" spc="0">
                <a:solidFill>
                  <a:srgbClr val="0073E6">
                    <a:alpha val="100000"/>
                  </a:srgbClr>
                </a:solidFill>
                <a:latin typeface="Biennale Bold"/>
              </a:defRPr>
            </a:lvl1pPr>
          </a:lstStyle>
          <a:p>
            <a:pPr marL="0" indent="0" algn="l">
              <a:lnSpc>
                <a:spcPct val="100000"/>
              </a:lnSpc>
            </a:pPr>
            <a:r>
              <a:rPr lang="en-US" sz="2400" b="0" i="0" u="none" strike="noStrike">
                <a:solidFill>
                  <a:srgbClr val="0073E6"/>
                </a:solidFill>
                <a:latin typeface="Biennale Bold"/>
                <a:ea typeface="Biennale Bold"/>
                <a:cs typeface="Biennale Bold"/>
                <a:sym typeface="Biennale Bold"/>
              </a:rPr>
              <a:t>02</a:t>
            </a:r>
          </a:p>
        </p:txBody>
      </p:sp>
      <p:sp>
        <p:nvSpPr>
          <p:cNvPr id="11" name="AutoShape 11"/>
          <p:cNvSpPr>
            <a:spLocks noGrp="1"/>
          </p:cNvSpPr>
          <p:nvPr>
            <p:ph type="body" sz="quarter" idx="4294967295" hasCustomPrompt="1"/>
          </p:nvPr>
        </p:nvSpPr>
        <p:spPr>
          <a:xfrm>
            <a:off x="3621008" y="2413000"/>
            <a:ext cx="7520940" cy="0"/>
          </a:xfrm>
          <a:prstGeom prst="rect">
            <a:avLst/>
          </a:prstGeom>
        </p:spPr>
        <p:txBody>
          <a:bodyPr vert="horz" wrap="none" lIns="0" tIns="0" rIns="0" bIns="0" anchor="t">
            <a:noAutofit/>
          </a:bodyPr>
          <a:lstStyle>
            <a:lvl1pPr algn="l">
              <a:lnSpc>
                <a:spcPct val="100000"/>
              </a:lnSpc>
              <a:defRPr sz="2400" b="0" i="0" u="none" strike="noStrike" spc="0">
                <a:solidFill>
                  <a:srgbClr val="1F2937">
                    <a:alpha val="100000"/>
                  </a:srgbClr>
                </a:solidFill>
                <a:latin typeface="Noto Sans SC" panose="020B0200000000000000" charset="-122"/>
              </a:defRPr>
            </a:lvl1pPr>
          </a:lstStyle>
          <a:p>
            <a:pPr marL="0" indent="0" algn="l">
              <a:lnSpc>
                <a:spcPct val="100000"/>
              </a:lnSpc>
            </a:pPr>
            <a:r>
              <a:rPr lang="en-US" sz="2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方案详解及系统实现</a:t>
            </a:r>
          </a:p>
        </p:txBody>
      </p:sp>
      <p:sp>
        <p:nvSpPr>
          <p:cNvPr id="12" name="AutoShape 12"/>
          <p:cNvSpPr/>
          <p:nvPr/>
        </p:nvSpPr>
        <p:spPr>
          <a:xfrm>
            <a:off x="428624" y="291451"/>
            <a:ext cx="11337925" cy="912315"/>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3600" b="1" i="0" u="none" strike="noStrike">
                <a:solidFill>
                  <a:srgbClr val="00005C"/>
                </a:solidFill>
                <a:latin typeface="Biennale Bold"/>
                <a:ea typeface="Biennale Bold"/>
                <a:cs typeface="Biennale Bold"/>
                <a:sym typeface="Biennale Bold"/>
              </a:rPr>
              <a:t>目录</a:t>
            </a:r>
            <a:endParaRPr lang="en-US" sz="1100"/>
          </a:p>
        </p:txBody>
      </p:sp>
      <p:pic>
        <p:nvPicPr>
          <p:cNvPr id="13" name="Picture 13"/>
          <p:cNvPicPr>
            <a:picLocks noChangeAspect="1"/>
          </p:cNvPicPr>
          <p:nvPr/>
        </p:nvPicPr>
        <p:blipFill>
          <a:blip r:embed="rId4"/>
          <a:srcRect/>
          <a:stretch>
            <a:fillRect/>
          </a:stretch>
        </p:blipFill>
        <p:spPr>
          <a:xfrm>
            <a:off x="10160455" y="100951"/>
            <a:ext cx="1930400" cy="381000"/>
          </a:xfrm>
          <a:prstGeom prst="rect">
            <a:avLst/>
          </a:prstGeom>
          <a:noFill/>
          <a:ln w="25400" cap="flat" cmpd="sng">
            <a:noFill/>
            <a:prstDash val="solid"/>
            <a:round/>
          </a:ln>
        </p:spPr>
      </p:pic>
      <p:sp>
        <p:nvSpPr>
          <p:cNvPr id="14" name="AutoShape 14"/>
          <p:cNvSpPr/>
          <p:nvPr/>
        </p:nvSpPr>
        <p:spPr>
          <a:xfrm>
            <a:off x="2954745" y="3479013"/>
            <a:ext cx="365760" cy="368935"/>
          </a:xfrm>
          <a:prstGeom prst="rect">
            <a:avLst/>
          </a:prstGeom>
          <a:noFill/>
          <a:ln w="12700">
            <a:noFill/>
            <a:prstDash val="solid"/>
          </a:ln>
        </p:spPr>
        <p:txBody>
          <a:bodyPr vert="horz" wrap="none" lIns="0" tIns="0" rIns="0" bIns="0" rtlCol="0" anchor="t">
            <a:spAutoFit/>
          </a:bodyPr>
          <a:lstStyle/>
          <a:p>
            <a:pPr marL="0" indent="0" algn="l">
              <a:lnSpc>
                <a:spcPct val="100000"/>
              </a:lnSpc>
              <a:defRPr/>
            </a:pPr>
            <a:r>
              <a:rPr lang="en-US" sz="2400" b="0" i="0" u="none" strike="noStrike">
                <a:solidFill>
                  <a:srgbClr val="0073E6"/>
                </a:solidFill>
                <a:latin typeface="Biennale Bold"/>
                <a:ea typeface="Biennale Bold"/>
                <a:cs typeface="Biennale Bold"/>
                <a:sym typeface="Biennale Bold"/>
              </a:rPr>
              <a:t>03</a:t>
            </a:r>
            <a:endParaRPr lang="en-US" sz="1100"/>
          </a:p>
        </p:txBody>
      </p:sp>
      <p:sp>
        <p:nvSpPr>
          <p:cNvPr id="15" name="AutoShape 15"/>
          <p:cNvSpPr/>
          <p:nvPr/>
        </p:nvSpPr>
        <p:spPr>
          <a:xfrm>
            <a:off x="3621008" y="3479165"/>
            <a:ext cx="7520940" cy="127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r>
              <a:rPr lang="en-US" sz="2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配套行动计划</a:t>
            </a:r>
            <a:endParaRPr lang="en-US" sz="1100"/>
          </a:p>
        </p:txBody>
      </p:sp>
      <p:sp>
        <p:nvSpPr>
          <p:cNvPr id="16" name="AutoShape 16"/>
          <p:cNvSpPr/>
          <p:nvPr/>
        </p:nvSpPr>
        <p:spPr>
          <a:xfrm>
            <a:off x="2901405" y="4530775"/>
            <a:ext cx="365760" cy="368935"/>
          </a:xfrm>
          <a:prstGeom prst="rect">
            <a:avLst/>
          </a:prstGeom>
          <a:noFill/>
          <a:ln w="12700">
            <a:noFill/>
            <a:prstDash val="solid"/>
          </a:ln>
        </p:spPr>
        <p:txBody>
          <a:bodyPr vert="horz" wrap="none" lIns="0" tIns="0" rIns="0" bIns="0" rtlCol="0" anchor="t">
            <a:spAutoFit/>
          </a:bodyPr>
          <a:lstStyle/>
          <a:p>
            <a:pPr marL="0" indent="0" algn="l">
              <a:lnSpc>
                <a:spcPct val="100000"/>
              </a:lnSpc>
              <a:defRPr/>
            </a:pPr>
            <a:r>
              <a:rPr lang="en-US" sz="2400" b="0" i="0" u="none" strike="noStrike">
                <a:solidFill>
                  <a:srgbClr val="0073E6"/>
                </a:solidFill>
                <a:latin typeface="Biennale Bold"/>
                <a:ea typeface="Biennale Bold"/>
                <a:cs typeface="Biennale Bold"/>
                <a:sym typeface="Biennale Bold"/>
              </a:rPr>
              <a:t>04</a:t>
            </a:r>
            <a:endParaRPr lang="en-US" sz="1100"/>
          </a:p>
        </p:txBody>
      </p:sp>
      <p:sp>
        <p:nvSpPr>
          <p:cNvPr id="17" name="AutoShape 17"/>
          <p:cNvSpPr/>
          <p:nvPr/>
        </p:nvSpPr>
        <p:spPr>
          <a:xfrm>
            <a:off x="3621008" y="4530775"/>
            <a:ext cx="7521210" cy="127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r>
              <a:rPr lang="en-US" sz="2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附录：相关文档及原始数据</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34" hasCustomPrompt="1"/>
          </p:nvPr>
        </p:nvSpPr>
        <p:spPr>
          <a:xfrm>
            <a:off x="390098" y="389618"/>
            <a:ext cx="1247136" cy="1477328"/>
          </a:xfrm>
          <a:prstGeom prst="rect">
            <a:avLst/>
          </a:prstGeom>
        </p:spPr>
        <p:txBody>
          <a:bodyPr wrap="none" lIns="0" tIns="0" rIns="0" bIns="0" anchor="t">
            <a:spAutoFit/>
          </a:bodyPr>
          <a:lstStyle>
            <a:lvl1pPr algn="l">
              <a:lnSpc>
                <a:spcPct val="100000"/>
              </a:lnSpc>
              <a:defRPr sz="9600" b="0" i="0" u="none" strike="noStrike" spc="0">
                <a:solidFill>
                  <a:srgbClr val="00005C">
                    <a:alpha val="100000"/>
                  </a:srgbClr>
                </a:solidFill>
                <a:latin typeface="Biennale Bold"/>
              </a:defRPr>
            </a:lvl1pPr>
          </a:lstStyle>
          <a:p>
            <a:pPr marL="0" indent="0" algn="l">
              <a:lnSpc>
                <a:spcPct val="100000"/>
              </a:lnSpc>
            </a:pPr>
            <a:r>
              <a:rPr lang="en-US" sz="9600" b="0" i="0" u="none" strike="noStrike">
                <a:solidFill>
                  <a:srgbClr val="00005C"/>
                </a:solidFill>
                <a:latin typeface="Biennale Bold"/>
                <a:ea typeface="Biennale Bold"/>
                <a:cs typeface="Biennale Bold"/>
                <a:sym typeface="Biennale Bold"/>
              </a:rPr>
              <a:t>01</a:t>
            </a:r>
          </a:p>
        </p:txBody>
      </p:sp>
      <p:sp>
        <p:nvSpPr>
          <p:cNvPr id="3" name="AutoShape 3"/>
          <p:cNvSpPr>
            <a:spLocks noGrp="1"/>
          </p:cNvSpPr>
          <p:nvPr>
            <p:ph type="body" sz="quarter" idx="35" hasCustomPrompt="1"/>
          </p:nvPr>
        </p:nvSpPr>
        <p:spPr>
          <a:prstGeom prst="rect">
            <a:avLst/>
          </a:prstGeom>
        </p:spPr>
        <p:txBody>
          <a:bodyPr wrap="square" lIns="0" tIns="0" rIns="0" bIns="0" anchor="t">
            <a:noAutofit/>
          </a:bodyPr>
          <a:lstStyle>
            <a:lvl1pPr algn="l">
              <a:lnSpc>
                <a:spcPct val="100000"/>
              </a:lnSpc>
              <a:defRPr sz="5400" b="0" i="0" u="none" strike="noStrike" spc="0">
                <a:solidFill>
                  <a:srgbClr val="00005C">
                    <a:alpha val="100000"/>
                  </a:srgbClr>
                </a:solidFill>
                <a:latin typeface="Biennale Bold"/>
              </a:defRPr>
            </a:lvl1pPr>
          </a:lstStyle>
          <a:p>
            <a:pPr marL="0" indent="0" algn="l">
              <a:lnSpc>
                <a:spcPct val="100000"/>
              </a:lnSpc>
            </a:pPr>
            <a:r>
              <a:rPr lang="zh-CN" altLang="en-US" sz="5400" b="0" i="0" u="none" strike="noStrike">
                <a:solidFill>
                  <a:srgbClr val="00005C"/>
                </a:solidFill>
                <a:latin typeface="Biennale Bold"/>
                <a:ea typeface="Biennale Bold"/>
                <a:cs typeface="Biennale Bold"/>
                <a:sym typeface="Biennale Bold"/>
              </a:rPr>
              <a:t>专项</a:t>
            </a:r>
            <a:r>
              <a:rPr lang="en-US" sz="5400" b="0" i="0" u="none" strike="noStrike">
                <a:solidFill>
                  <a:srgbClr val="00005C"/>
                </a:solidFill>
                <a:latin typeface="Biennale Bold"/>
                <a:ea typeface="Biennale Bold"/>
                <a:cs typeface="Biennale Bold"/>
                <a:sym typeface="Biennale Bold"/>
              </a:rPr>
              <a:t>方案综述</a:t>
            </a:r>
          </a:p>
        </p:txBody>
      </p:sp>
      <p:pic>
        <p:nvPicPr>
          <p:cNvPr id="4" name="Picture 4"/>
          <p:cNvPicPr>
            <a:picLocks noChangeAspect="1"/>
          </p:cNvPicPr>
          <p:nvPr/>
        </p:nvPicPr>
        <p:blipFill>
          <a:blip r:embed="rId2"/>
          <a:srcRect/>
          <a:stretch>
            <a:fillRect/>
          </a:stretch>
        </p:blipFill>
        <p:spPr>
          <a:xfrm>
            <a:off x="48466" y="125649"/>
            <a:ext cx="1930400" cy="381000"/>
          </a:xfrm>
          <a:prstGeom prst="rect">
            <a:avLst/>
          </a:prstGeom>
          <a:ln w="12700">
            <a:noFill/>
            <a:prstDash val="solid"/>
          </a:ln>
        </p:spPr>
      </p:pic>
      <p:sp>
        <p:nvSpPr>
          <p:cNvPr id="5" name="AutoShape 5"/>
          <p:cNvSpPr/>
          <p:nvPr/>
        </p:nvSpPr>
        <p:spPr>
          <a:xfrm>
            <a:off x="-1293962" y="2622430"/>
            <a:ext cx="0" cy="0"/>
          </a:xfrm>
          <a:prstGeom prst="rect">
            <a:avLst/>
          </a:prstGeom>
          <a:noFill/>
          <a:ln w="12700">
            <a:noFill/>
            <a:prstDash val="solid"/>
          </a:ln>
        </p:spPr>
        <p:txBody>
          <a:bodyPr wrap="none" lIns="91440" tIns="45720" rIns="91440" bIns="45720" rtlCol="0" anchor="t">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28625" y="6517632"/>
            <a:ext cx="1354217" cy="153888"/>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Atos Confidential</a:t>
            </a:r>
            <a:endParaRPr lang="en-US" sz="1100"/>
          </a:p>
        </p:txBody>
      </p:sp>
      <p:sp>
        <p:nvSpPr>
          <p:cNvPr id="3" name="Freeform 3"/>
          <p:cNvSpPr/>
          <p:nvPr/>
        </p:nvSpPr>
        <p:spPr>
          <a:xfrm>
            <a:off x="10944224" y="6446085"/>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pic>
        <p:nvPicPr>
          <p:cNvPr id="4" name="Picture 4"/>
          <p:cNvPicPr>
            <a:picLocks noChangeAspect="1"/>
          </p:cNvPicPr>
          <p:nvPr/>
        </p:nvPicPr>
        <p:blipFill>
          <a:blip r:embed="rId3"/>
          <a:srcRect/>
          <a:stretch>
            <a:fillRect/>
          </a:stretch>
        </p:blipFill>
        <p:spPr>
          <a:xfrm>
            <a:off x="287947" y="6412870"/>
            <a:ext cx="1742736" cy="343961"/>
          </a:xfrm>
          <a:prstGeom prst="rect">
            <a:avLst/>
          </a:prstGeom>
          <a:noFill/>
          <a:ln w="25400" cap="flat" cmpd="sng">
            <a:noFill/>
            <a:prstDash val="solid"/>
            <a:round/>
          </a:ln>
        </p:spPr>
      </p:pic>
      <p:sp>
        <p:nvSpPr>
          <p:cNvPr id="5" name="AutoShape 5"/>
          <p:cNvSpPr/>
          <p:nvPr/>
        </p:nvSpPr>
        <p:spPr>
          <a:xfrm>
            <a:off x="428624" y="291451"/>
            <a:ext cx="11337925" cy="912315"/>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800" b="0" i="0" u="none" strike="noStrike">
                <a:solidFill>
                  <a:srgbClr val="0073E6"/>
                </a:solidFill>
                <a:latin typeface="Biennale Bold"/>
                <a:ea typeface="Biennale Bold"/>
                <a:cs typeface="Biennale Bold"/>
                <a:sym typeface="Biennale Bold"/>
              </a:rPr>
              <a:t>采购配额管理与订单分配智能化：方案总览</a:t>
            </a:r>
            <a:endParaRPr lang="en-US" sz="1100"/>
          </a:p>
        </p:txBody>
      </p:sp>
      <p:sp>
        <p:nvSpPr>
          <p:cNvPr id="6" name="AutoShape 6"/>
          <p:cNvSpPr/>
          <p:nvPr/>
        </p:nvSpPr>
        <p:spPr>
          <a:xfrm>
            <a:off x="428625" y="6507907"/>
            <a:ext cx="161904" cy="153888"/>
          </a:xfrm>
          <a:prstGeom prst="rect">
            <a:avLst/>
          </a:prstGeom>
          <a:noFill/>
          <a:ln w="12700" cap="flat" cmpd="sng">
            <a:noFill/>
            <a:prstDash val="solid"/>
            <a:round/>
          </a:ln>
        </p:spPr>
        <p:txBody>
          <a:bodyPr vert="horz" wrap="none" lIns="0" tIns="0" rIns="0" bIns="0" rtlCol="0" anchor="ctr" anchorCtr="0"/>
          <a:lstStyle/>
          <a:p>
            <a:pPr algn="l">
              <a:defRPr/>
            </a:pPr>
            <a:endParaRPr/>
          </a:p>
        </p:txBody>
      </p:sp>
      <p:sp>
        <p:nvSpPr>
          <p:cNvPr id="7" name="AutoShape 7"/>
          <p:cNvSpPr/>
          <p:nvPr/>
        </p:nvSpPr>
        <p:spPr>
          <a:xfrm>
            <a:off x="509577" y="1078301"/>
            <a:ext cx="7582000" cy="1768416"/>
          </a:xfrm>
          <a:prstGeom prst="roundRect">
            <a:avLst>
              <a:gd name="adj" fmla="val 0"/>
            </a:avLst>
          </a:prstGeom>
          <a:noFill/>
          <a:ln w="25400" cap="flat" cmpd="sng">
            <a:solidFill>
              <a:srgbClr val="002D61">
                <a:alpha val="100000"/>
              </a:srgbClr>
            </a:solidFill>
            <a:prstDash val="dash"/>
            <a:miter lim="10000000"/>
          </a:ln>
        </p:spPr>
        <p:txBody>
          <a:bodyPr vert="horz" wrap="square" lIns="91440" tIns="45720" rIns="91440" bIns="45720" rtlCol="0" anchor="ctr" anchorCtr="0"/>
          <a:lstStyle>
            <a:lvl1pPr marL="298450" indent="-127000"/>
            <a:lvl2pPr marL="755650" indent="-127000"/>
            <a:lvl3pPr marL="1212850" indent="-127000"/>
            <a:lvl4pPr marL="1670050" indent="-127000"/>
            <a:lvl5pPr marL="2127250" indent="-127000"/>
            <a:lvl6pPr marL="2584450" indent="-127000"/>
            <a:lvl7pPr marL="3041650" indent="-127000"/>
            <a:lvl8pPr marL="3498850" indent="-127000"/>
            <a:lvl9pPr marL="3956050" indent="-127000"/>
          </a:lstStyle>
          <a:p>
            <a:pPr marL="0" indent="0" algn="l">
              <a:lnSpc>
                <a:spcPct val="100000"/>
              </a:lnSpc>
              <a:defRPr/>
            </a:pPr>
            <a:r>
              <a:rPr lang="en-US" sz="10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项目目标：</a:t>
            </a:r>
            <a:endParaRPr lang="en-US" sz="1100"/>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建立基于物料编码的供应商配额管理体系，实现招标比例自动分配。</a:t>
            </a:r>
            <a:r>
              <a:rPr lang="zh-CN" altLang="en-US" sz="1000" b="1">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1">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zh-CN" altLang="en-US" sz="1000" b="1">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一期）</a:t>
            </a:r>
            <a:endPar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实现采购申请按配额协议自动分配至供应商，减少人工干预。          </a:t>
            </a:r>
            <a:r>
              <a:rPr lang="zh-CN" altLang="en-US" sz="1000" b="1">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1">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zh-CN" altLang="en-US" sz="1000" b="1">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一期）</a:t>
            </a:r>
            <a:endPar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建立异常高价分配审批管控机制，确保采购合规透明。                    </a:t>
            </a:r>
            <a:r>
              <a:rPr lang="zh-CN" altLang="en-US" sz="1000" b="1">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1">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zh-CN" altLang="en-US" sz="1000" b="1">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一期）</a:t>
            </a:r>
            <a:endPar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构建采购分配历史追溯与审计报表，支撑合规管控。                       </a:t>
            </a:r>
            <a:r>
              <a:rPr lang="zh-CN" altLang="en-US" sz="1000" b="1">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000" b="1">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lang="zh-CN" altLang="en-US" sz="1000" b="1">
                <a:solidFill>
                  <a:srgbClr val="FF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一期）</a:t>
            </a:r>
            <a:endPar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00000"/>
              </a:lnSpc>
            </a:pPr>
            <a:r>
              <a:rPr lang="en-US" sz="10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项目方案：</a:t>
            </a:r>
          </a:p>
          <a:p>
            <a:pPr marL="0" indent="0" algn="l">
              <a:lnSpc>
                <a:spcPct val="100000"/>
              </a:lnSpc>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2.1 配额协议治理：SAP Quota Arrangement (MEQ1)，按物料编码维护供应商配额比例，批量导入</a:t>
            </a:r>
          </a:p>
          <a:p>
            <a:pPr marL="0" indent="0" algn="l">
              <a:lnSpc>
                <a:spcPct val="100000"/>
              </a:lnSpc>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2.2 自动分配机制：采购申请自动按配额分配，MRP触发自动货源确定</a:t>
            </a:r>
          </a:p>
          <a:p>
            <a:pPr marL="0" indent="0" algn="l">
              <a:lnSpc>
                <a:spcPct val="100000"/>
              </a:lnSpc>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2.3 异常审批管控：高价/异常分配触发OA审批流程，审批结果回传SAP</a:t>
            </a:r>
          </a:p>
          <a:p>
            <a:pPr marL="0" indent="0" algn="l">
              <a:lnSpc>
                <a:spcPct val="100000"/>
              </a:lnSpc>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2.4 审计追溯体系：采购分配审计报表，历史分配可查询，配额执行偏差分析</a:t>
            </a:r>
          </a:p>
        </p:txBody>
      </p:sp>
      <p:sp>
        <p:nvSpPr>
          <p:cNvPr id="8" name="AutoShape 8"/>
          <p:cNvSpPr/>
          <p:nvPr/>
        </p:nvSpPr>
        <p:spPr>
          <a:xfrm>
            <a:off x="498949" y="3020370"/>
            <a:ext cx="2812522" cy="3076343"/>
          </a:xfrm>
          <a:prstGeom prst="roundRect">
            <a:avLst>
              <a:gd name="adj" fmla="val 0"/>
            </a:avLst>
          </a:prstGeom>
          <a:noFill/>
          <a:ln w="25400" cap="flat" cmpd="sng">
            <a:solidFill>
              <a:srgbClr val="002D61">
                <a:alpha val="100000"/>
              </a:srgbClr>
            </a:solidFill>
            <a:prstDash val="dash"/>
            <a:miter lim="10000000"/>
          </a:ln>
        </p:spPr>
        <p:txBody>
          <a:bodyPr vert="horz" wrap="square" lIns="91440" tIns="45720" rIns="91440" bIns="45720" rtlCol="0" anchor="ctr" anchorCtr="0"/>
          <a:lstStyle>
            <a:lvl1pPr marL="298450" indent="-127000"/>
            <a:lvl2pPr marL="755650" indent="-127000"/>
            <a:lvl3pPr marL="1212850" indent="-127000"/>
            <a:lvl4pPr marL="1670050" indent="-127000"/>
            <a:lvl5pPr marL="2127250" indent="-127000"/>
            <a:lvl6pPr marL="2584450" indent="-127000"/>
            <a:lvl7pPr marL="3041650" indent="-127000"/>
            <a:lvl8pPr marL="3498850" indent="-127000"/>
            <a:lvl9pPr marL="3956050" indent="-127000"/>
          </a:lstStyle>
          <a:p>
            <a:pPr marL="0" indent="0" algn="l">
              <a:lnSpc>
                <a:spcPct val="100000"/>
              </a:lnSpc>
              <a:defRPr/>
            </a:pPr>
            <a:r>
              <a:rPr lang="en-US" sz="10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现状：</a:t>
            </a:r>
            <a:endParaRPr lang="en-US" sz="1100"/>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采购分配依赖人工判断，无法按招标确定比例自动分配。</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配额比例维护在Excel台账，未与SAP系统集成联动。</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异常高价分配无系统审批管控，存在合规风险。</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分配历史不可追溯，审计缺乏数据支撑。</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订单分配界面仅显示5家供应商，超5家需手工查询。</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配额执行情况缺乏实时监控与偏差预警。</a:t>
            </a:r>
          </a:p>
          <a:p>
            <a:pPr marL="0" indent="0" algn="l">
              <a:lnSpc>
                <a:spcPct val="100000"/>
              </a:lnSpc>
            </a:pPr>
            <a:r>
              <a:rPr lang="en-US" sz="10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主要差距：</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SAP标准配额协议功能未启用。</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采购申请与配额分配未实现系统自动联动。</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异常分配缺少OA审批集成管控。</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分配历史数据未结构化存储。</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缺少配额执行分析与审计报表。</a:t>
            </a:r>
          </a:p>
        </p:txBody>
      </p:sp>
      <p:sp>
        <p:nvSpPr>
          <p:cNvPr id="9" name="AutoShape 9"/>
          <p:cNvSpPr/>
          <p:nvPr/>
        </p:nvSpPr>
        <p:spPr>
          <a:xfrm>
            <a:off x="3564766" y="3009009"/>
            <a:ext cx="4522498" cy="1526230"/>
          </a:xfrm>
          <a:prstGeom prst="roundRect">
            <a:avLst>
              <a:gd name="adj" fmla="val 0"/>
            </a:avLst>
          </a:prstGeom>
          <a:noFill/>
          <a:ln w="25400" cap="flat" cmpd="sng">
            <a:solidFill>
              <a:srgbClr val="002D61">
                <a:alpha val="100000"/>
              </a:srgbClr>
            </a:solidFill>
            <a:prstDash val="dash"/>
            <a:miter lim="10000000"/>
          </a:ln>
        </p:spPr>
        <p:txBody>
          <a:bodyPr vert="horz" wrap="square" lIns="91440" tIns="45720" rIns="91440" bIns="45720" rtlCol="0" anchor="ctr" anchorCtr="0"/>
          <a:lstStyle>
            <a:lvl1pPr marL="298450" indent="-127000"/>
            <a:lvl2pPr marL="755650" indent="-127000"/>
            <a:lvl3pPr marL="1212850" indent="-127000"/>
            <a:lvl4pPr marL="1670050" indent="-127000"/>
            <a:lvl5pPr marL="2127250" indent="-127000"/>
            <a:lvl6pPr marL="2584450" indent="-127000"/>
            <a:lvl7pPr marL="3041650" indent="-127000"/>
            <a:lvl8pPr marL="3498850" indent="-127000"/>
            <a:lvl9pPr marL="3956050" indent="-127000"/>
          </a:lstStyle>
          <a:p>
            <a:pPr marL="171450" indent="-171450" algn="l">
              <a:lnSpc>
                <a:spcPct val="100000"/>
              </a:lnSpc>
              <a:buClr>
                <a:srgbClr val="000000"/>
              </a:buClr>
              <a:buFont typeface="Arial" panose="020B0604020202020204"/>
              <a:buChar char="•"/>
              <a:defRP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配额维护：</a:t>
            </a:r>
            <a:endParaRPr lang="en-US" sz="1100"/>
          </a:p>
          <a:p>
            <a:pPr marL="0" indent="0" algn="l">
              <a:lnSpc>
                <a:spcPct val="100000"/>
              </a:lnSpc>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由Excel台账➡️SAP标准配额协议(MEQ1)</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订单分配：</a:t>
            </a:r>
          </a:p>
          <a:p>
            <a:pPr marL="0" indent="0" algn="l">
              <a:lnSpc>
                <a:spcPct val="100000"/>
              </a:lnSpc>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由人工分配➡️系统自动按配额分配</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异常管控：</a:t>
            </a:r>
          </a:p>
          <a:p>
            <a:pPr marL="0" indent="0" algn="l">
              <a:lnSpc>
                <a:spcPct val="100000"/>
              </a:lnSpc>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由无审批➡️OA流程审批管控</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审计追溯：</a:t>
            </a:r>
          </a:p>
          <a:p>
            <a:pPr marL="0" indent="0" algn="l">
              <a:lnSpc>
                <a:spcPct val="100000"/>
              </a:lnSpc>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由不可追溯➡️全链路可查询审计</a:t>
            </a:r>
          </a:p>
        </p:txBody>
      </p:sp>
      <p:sp>
        <p:nvSpPr>
          <p:cNvPr id="10" name="AutoShape 10"/>
          <p:cNvSpPr/>
          <p:nvPr/>
        </p:nvSpPr>
        <p:spPr>
          <a:xfrm>
            <a:off x="3569079" y="4669971"/>
            <a:ext cx="4522498" cy="1426743"/>
          </a:xfrm>
          <a:prstGeom prst="roundRect">
            <a:avLst>
              <a:gd name="adj" fmla="val 0"/>
            </a:avLst>
          </a:prstGeom>
          <a:noFill/>
          <a:ln w="25400" cap="flat" cmpd="sng">
            <a:solidFill>
              <a:srgbClr val="002D61">
                <a:alpha val="100000"/>
              </a:srgbClr>
            </a:solidFill>
            <a:prstDash val="dash"/>
            <a:miter lim="10000000"/>
          </a:ln>
        </p:spPr>
        <p:txBody>
          <a:bodyPr vert="horz" wrap="square" lIns="91440" tIns="45720" rIns="91440" bIns="45720" rtlCol="0" anchor="ctr" anchorCtr="0"/>
          <a:lstStyle/>
          <a:p>
            <a:pPr marL="0" indent="0" algn="l">
              <a:lnSpc>
                <a:spcPct val="100000"/>
              </a:lnSpc>
              <a:defRP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启用SAP标准配额协议(MEQ1)配置</a:t>
            </a:r>
            <a:endParaRPr lang="en-US" sz="1100"/>
          </a:p>
          <a:p>
            <a:pPr marL="0" indent="0" algn="l">
              <a:lnSpc>
                <a:spcPct val="100000"/>
              </a:lnSpc>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按物料编码维护供应商配额比例</a:t>
            </a:r>
          </a:p>
          <a:p>
            <a:pPr marL="0" indent="0" algn="l">
              <a:lnSpc>
                <a:spcPct val="100000"/>
              </a:lnSpc>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采购申请自动配额分配机制</a:t>
            </a:r>
          </a:p>
          <a:p>
            <a:pPr marL="0" indent="0" algn="l">
              <a:lnSpc>
                <a:spcPct val="100000"/>
              </a:lnSpc>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高价/异常分配OA审批集成</a:t>
            </a:r>
          </a:p>
          <a:p>
            <a:pPr marL="0" indent="0" algn="l">
              <a:lnSpc>
                <a:spcPct val="100000"/>
              </a:lnSpc>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采购分配审计报表开发</a:t>
            </a:r>
          </a:p>
          <a:p>
            <a:pPr marL="0" indent="0" algn="l">
              <a:lnSpc>
                <a:spcPct val="100000"/>
              </a:lnSpc>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 多供应商分配界面优化</a:t>
            </a:r>
          </a:p>
        </p:txBody>
      </p:sp>
      <p:sp>
        <p:nvSpPr>
          <p:cNvPr id="11" name="AutoShape 11"/>
          <p:cNvSpPr/>
          <p:nvPr/>
        </p:nvSpPr>
        <p:spPr>
          <a:xfrm>
            <a:off x="8399872" y="2128930"/>
            <a:ext cx="3282551" cy="1218117"/>
          </a:xfrm>
          <a:prstGeom prst="roundRect">
            <a:avLst>
              <a:gd name="adj" fmla="val 0"/>
            </a:avLst>
          </a:prstGeom>
          <a:noFill/>
          <a:ln w="25400" cap="flat" cmpd="sng">
            <a:solidFill>
              <a:srgbClr val="002D61">
                <a:alpha val="100000"/>
              </a:srgbClr>
            </a:solidFill>
            <a:prstDash val="dash"/>
            <a:miter lim="10000000"/>
          </a:ln>
        </p:spPr>
        <p:txBody>
          <a:bodyPr vert="horz" wrap="square" lIns="91440" tIns="45720" rIns="91440" bIns="45720" rtlCol="0" anchor="ctr" anchorCtr="0"/>
          <a:lstStyle/>
          <a:p>
            <a:pPr algn="ctr">
              <a:defRPr/>
            </a:pPr>
            <a:endParaRPr/>
          </a:p>
        </p:txBody>
      </p:sp>
      <p:sp>
        <p:nvSpPr>
          <p:cNvPr id="12" name="AutoShape 12"/>
          <p:cNvSpPr/>
          <p:nvPr/>
        </p:nvSpPr>
        <p:spPr>
          <a:xfrm>
            <a:off x="8399872" y="3620220"/>
            <a:ext cx="3282551" cy="1132936"/>
          </a:xfrm>
          <a:prstGeom prst="roundRect">
            <a:avLst>
              <a:gd name="adj" fmla="val 0"/>
            </a:avLst>
          </a:prstGeom>
          <a:noFill/>
          <a:ln w="25400" cap="flat" cmpd="sng">
            <a:solidFill>
              <a:srgbClr val="002D61">
                <a:alpha val="100000"/>
              </a:srgbClr>
            </a:solidFill>
            <a:prstDash val="dash"/>
            <a:miter lim="10000000"/>
          </a:ln>
        </p:spPr>
        <p:txBody>
          <a:bodyPr vert="horz" wrap="square" lIns="91440" tIns="45720" rIns="91440" bIns="45720" rtlCol="0" anchor="ctr" anchorCtr="0"/>
          <a:lstStyle>
            <a:lvl1pPr marL="298450" indent="-127000"/>
            <a:lvl2pPr marL="755650" indent="-127000"/>
            <a:lvl3pPr marL="1212850" indent="-127000"/>
            <a:lvl4pPr marL="1670050" indent="-127000"/>
            <a:lvl5pPr marL="2127250" indent="-127000"/>
            <a:lvl6pPr marL="2584450" indent="-127000"/>
            <a:lvl7pPr marL="3041650" indent="-127000"/>
            <a:lvl8pPr marL="3498850" indent="-127000"/>
            <a:lvl9pPr marL="3956050" indent="-127000"/>
          </a:lstStyle>
          <a:p>
            <a:pPr marL="0" indent="0" algn="l">
              <a:lnSpc>
                <a:spcPct val="100000"/>
              </a:lnSpc>
              <a:defRPr/>
            </a:pPr>
            <a:endParaRPr lang="en-US" sz="1100"/>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配额比例规则需确认</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物料主数据需治理</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OA系统集成接口需确认</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招标结果与配额联动需明确</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关键用户需全过程参与</a:t>
            </a:r>
            <a:r>
              <a:rPr lang="en-US" sz="1000" b="0" i="0" u="none" strike="noStrike">
                <a:solidFill>
                  <a:srgbClr val="FFFFFF"/>
                </a:solidFill>
                <a:latin typeface="Biennale"/>
                <a:ea typeface="Biennale"/>
                <a:cs typeface="Biennale"/>
                <a:sym typeface="Biennale"/>
              </a:rPr>
              <a:t>/</a:t>
            </a:r>
            <a:r>
              <a:rPr lang="en-US" sz="10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中文）</a:t>
            </a:r>
          </a:p>
        </p:txBody>
      </p:sp>
      <p:sp>
        <p:nvSpPr>
          <p:cNvPr id="13" name="AutoShape 13"/>
          <p:cNvSpPr/>
          <p:nvPr/>
        </p:nvSpPr>
        <p:spPr>
          <a:xfrm>
            <a:off x="8399872" y="4963779"/>
            <a:ext cx="3282551" cy="1132936"/>
          </a:xfrm>
          <a:prstGeom prst="roundRect">
            <a:avLst>
              <a:gd name="adj" fmla="val 0"/>
            </a:avLst>
          </a:prstGeom>
          <a:noFill/>
          <a:ln w="25400" cap="flat" cmpd="sng">
            <a:solidFill>
              <a:srgbClr val="002D61">
                <a:alpha val="100000"/>
              </a:srgbClr>
            </a:solidFill>
            <a:prstDash val="dash"/>
            <a:miter lim="10000000"/>
          </a:ln>
        </p:spPr>
        <p:txBody>
          <a:bodyPr vert="horz" wrap="square" lIns="91440" tIns="45720" rIns="91440" bIns="45720" rtlCol="0" anchor="ctr" anchorCtr="0"/>
          <a:lstStyle>
            <a:lvl1pPr marL="298450" indent="-127000"/>
            <a:lvl2pPr marL="755650" indent="-127000"/>
            <a:lvl3pPr marL="1212850" indent="-127000"/>
            <a:lvl4pPr marL="1670050" indent="-127000"/>
            <a:lvl5pPr marL="2127250" indent="-127000"/>
            <a:lvl6pPr marL="2584450" indent="-127000"/>
            <a:lvl7pPr marL="3041650" indent="-127000"/>
            <a:lvl8pPr marL="3498850" indent="-127000"/>
            <a:lvl9pPr marL="3956050" indent="-127000"/>
          </a:lstStyle>
          <a:p>
            <a:pPr marL="171450" indent="-171450" algn="l">
              <a:lnSpc>
                <a:spcPct val="100000"/>
              </a:lnSpc>
              <a:buClr>
                <a:srgbClr val="000000"/>
              </a:buClr>
              <a:buFont typeface="Arial" panose="020B0604020202020204"/>
              <a:buChar char="•"/>
              <a:defRP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配额合规：采购分配100%按招标比例执行</a:t>
            </a:r>
            <a:endParaRPr lang="en-US" sz="1100"/>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分配效率：采购申请自动分配率≥80%</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异常管控：高价分配审批覆盖率100%</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审计追溯：分配历史可查询率100%</a:t>
            </a:r>
          </a:p>
          <a:p>
            <a:pPr marL="171450" indent="-171450" algn="l">
              <a:lnSpc>
                <a:spcPct val="100000"/>
              </a:lnSpc>
              <a:buClr>
                <a:srgbClr val="000000"/>
              </a:buClr>
              <a:buFont typeface="Arial" panose="020B0604020202020204"/>
              <a:buChar cha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采购合规：减少人工干预与违规分配</a:t>
            </a:r>
          </a:p>
        </p:txBody>
      </p:sp>
      <p:sp>
        <p:nvSpPr>
          <p:cNvPr id="14" name="AutoShape 14"/>
          <p:cNvSpPr/>
          <p:nvPr/>
        </p:nvSpPr>
        <p:spPr>
          <a:xfrm>
            <a:off x="8399872" y="1078301"/>
            <a:ext cx="3282551" cy="840006"/>
          </a:xfrm>
          <a:prstGeom prst="roundRect">
            <a:avLst>
              <a:gd name="adj" fmla="val 0"/>
            </a:avLst>
          </a:prstGeom>
          <a:noFill/>
          <a:ln w="25400" cap="flat" cmpd="sng">
            <a:solidFill>
              <a:srgbClr val="002D61">
                <a:alpha val="100000"/>
              </a:srgbClr>
            </a:solidFill>
            <a:prstDash val="dash"/>
            <a:miter lim="10000000"/>
          </a:ln>
        </p:spPr>
        <p:txBody>
          <a:bodyPr vert="horz" wrap="square" lIns="91440" tIns="45720" rIns="91440" bIns="45720" rtlCol="0" anchor="ctr" anchorCtr="0"/>
          <a:lstStyle/>
          <a:p>
            <a:pPr marL="0" indent="0" algn="l">
              <a:lnSpc>
                <a:spcPct val="100000"/>
              </a:lnSpc>
              <a:defRP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主责： 招投标中心、</a:t>
            </a:r>
            <a:r>
              <a:rPr lang="zh-CN" alt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供应链</a:t>
            </a: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中心</a:t>
            </a:r>
            <a:endParaRPr lang="en-US" sz="1100"/>
          </a:p>
          <a:p>
            <a:pPr marL="0" indent="0" algn="l">
              <a:lnSpc>
                <a:spcPct val="100000"/>
              </a:lnSpc>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配合： </a:t>
            </a:r>
            <a:r>
              <a:rPr lang="zh-CN" alt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高明运营</a:t>
            </a: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中心、数智化部、财务管理部</a:t>
            </a:r>
          </a:p>
          <a:p>
            <a:pPr marL="0" indent="0" algn="l">
              <a:lnSpc>
                <a:spcPct val="100000"/>
              </a:lnSpc>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外部：艾维登MM专家、</a:t>
            </a:r>
            <a:r>
              <a:rPr lang="zh-CN" alt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其他</a:t>
            </a: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SAP实施团队</a:t>
            </a:r>
          </a:p>
        </p:txBody>
      </p:sp>
      <p:sp>
        <p:nvSpPr>
          <p:cNvPr id="15" name="AutoShape 15"/>
          <p:cNvSpPr/>
          <p:nvPr/>
        </p:nvSpPr>
        <p:spPr>
          <a:xfrm>
            <a:off x="8562025" y="900920"/>
            <a:ext cx="1039792" cy="292955"/>
          </a:xfrm>
          <a:prstGeom prst="rect">
            <a:avLst/>
          </a:prstGeom>
          <a:solidFill>
            <a:srgbClr val="FFFFFF">
              <a:alpha val="100000"/>
            </a:srgbClr>
          </a:solidFill>
          <a:ln w="12700" cap="flat">
            <a:noFill/>
            <a:prstDash val="solid"/>
          </a:ln>
        </p:spPr>
        <p:txBody>
          <a:bodyPr wrap="square" lIns="91440" tIns="45720" rIns="91440" bIns="45720" rtlCol="0" anchor="ctr">
            <a:noAutofit/>
          </a:bodyPr>
          <a:lstStyle/>
          <a:p>
            <a:pPr marL="0" indent="0" algn="ctr">
              <a:lnSpc>
                <a:spcPct val="100000"/>
              </a:lnSpc>
              <a:defRPr/>
            </a:pPr>
            <a:r>
              <a:rPr lang="en-US" sz="12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5 责任部门</a:t>
            </a:r>
            <a:endParaRPr lang="en-US" sz="1100"/>
          </a:p>
        </p:txBody>
      </p:sp>
      <p:sp>
        <p:nvSpPr>
          <p:cNvPr id="16" name="AutoShape 16"/>
          <p:cNvSpPr/>
          <p:nvPr/>
        </p:nvSpPr>
        <p:spPr>
          <a:xfrm>
            <a:off x="8562025" y="1985697"/>
            <a:ext cx="1039792" cy="292955"/>
          </a:xfrm>
          <a:prstGeom prst="rect">
            <a:avLst/>
          </a:prstGeom>
          <a:solidFill>
            <a:srgbClr val="FFFFFF">
              <a:alpha val="100000"/>
            </a:srgbClr>
          </a:solidFill>
          <a:ln w="12700" cap="flat">
            <a:noFill/>
            <a:prstDash val="solid"/>
          </a:ln>
        </p:spPr>
        <p:txBody>
          <a:bodyPr wrap="square" lIns="91440" tIns="45720" rIns="91440" bIns="45720" rtlCol="0" anchor="ctr">
            <a:noAutofit/>
          </a:bodyPr>
          <a:lstStyle/>
          <a:p>
            <a:pPr marL="0" indent="0" algn="ctr">
              <a:lnSpc>
                <a:spcPct val="100000"/>
              </a:lnSpc>
              <a:defRPr/>
            </a:pPr>
            <a:r>
              <a:rPr lang="en-US" sz="12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6 里程碑</a:t>
            </a:r>
            <a:endParaRPr lang="en-US" sz="1100"/>
          </a:p>
        </p:txBody>
      </p:sp>
      <p:sp>
        <p:nvSpPr>
          <p:cNvPr id="17" name="AutoShape 17"/>
          <p:cNvSpPr/>
          <p:nvPr/>
        </p:nvSpPr>
        <p:spPr>
          <a:xfrm>
            <a:off x="8562025" y="3473741"/>
            <a:ext cx="1643023" cy="292955"/>
          </a:xfrm>
          <a:prstGeom prst="rect">
            <a:avLst/>
          </a:prstGeom>
          <a:solidFill>
            <a:srgbClr val="FFFFFF">
              <a:alpha val="100000"/>
            </a:srgbClr>
          </a:solidFill>
          <a:ln w="12700" cap="flat">
            <a:noFill/>
            <a:prstDash val="solid"/>
          </a:ln>
        </p:spPr>
        <p:txBody>
          <a:bodyPr wrap="square" lIns="91440" tIns="45720" rIns="91440" bIns="45720" rtlCol="0" anchor="ctr">
            <a:noAutofit/>
          </a:bodyPr>
          <a:lstStyle/>
          <a:p>
            <a:pPr marL="0" indent="0" algn="ctr">
              <a:lnSpc>
                <a:spcPct val="100000"/>
              </a:lnSpc>
              <a:defRPr/>
            </a:pPr>
            <a:r>
              <a:rPr lang="en-US" sz="12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7 风险与项目依赖</a:t>
            </a:r>
            <a:endParaRPr lang="en-US" sz="1100"/>
          </a:p>
        </p:txBody>
      </p:sp>
      <p:sp>
        <p:nvSpPr>
          <p:cNvPr id="18" name="AutoShape 18"/>
          <p:cNvSpPr/>
          <p:nvPr/>
        </p:nvSpPr>
        <p:spPr>
          <a:xfrm>
            <a:off x="8562025" y="4789456"/>
            <a:ext cx="2100224" cy="292955"/>
          </a:xfrm>
          <a:prstGeom prst="rect">
            <a:avLst/>
          </a:prstGeom>
          <a:solidFill>
            <a:srgbClr val="FFFFFF">
              <a:alpha val="100000"/>
            </a:srgbClr>
          </a:solidFill>
          <a:ln w="12700" cap="flat">
            <a:noFill/>
            <a:prstDash val="solid"/>
          </a:ln>
        </p:spPr>
        <p:txBody>
          <a:bodyPr wrap="square" lIns="91440" tIns="45720" rIns="91440" bIns="45720" rtlCol="0" anchor="ctr">
            <a:noAutofit/>
          </a:bodyPr>
          <a:lstStyle/>
          <a:p>
            <a:pPr marL="0" indent="0" algn="ctr">
              <a:lnSpc>
                <a:spcPct val="100000"/>
              </a:lnSpc>
              <a:defRPr/>
            </a:pPr>
            <a:r>
              <a:rPr lang="en-US" sz="12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8 业务价值和数字化指标</a:t>
            </a:r>
            <a:endParaRPr lang="en-US" sz="1100"/>
          </a:p>
        </p:txBody>
      </p:sp>
      <p:sp>
        <p:nvSpPr>
          <p:cNvPr id="19" name="AutoShape 19"/>
          <p:cNvSpPr/>
          <p:nvPr/>
        </p:nvSpPr>
        <p:spPr>
          <a:xfrm>
            <a:off x="3773854" y="4535239"/>
            <a:ext cx="1376734" cy="292955"/>
          </a:xfrm>
          <a:prstGeom prst="rect">
            <a:avLst/>
          </a:prstGeom>
          <a:solidFill>
            <a:srgbClr val="FFFFFF">
              <a:alpha val="100000"/>
            </a:srgbClr>
          </a:solidFill>
          <a:ln w="12700" cap="flat">
            <a:noFill/>
            <a:prstDash val="solid"/>
          </a:ln>
        </p:spPr>
        <p:txBody>
          <a:bodyPr wrap="square" lIns="91440" tIns="45720" rIns="91440" bIns="45720" rtlCol="0" anchor="ctr">
            <a:noAutofit/>
          </a:bodyPr>
          <a:lstStyle/>
          <a:p>
            <a:pPr marL="0" indent="0" algn="ctr">
              <a:lnSpc>
                <a:spcPct val="100000"/>
              </a:lnSpc>
              <a:defRPr/>
            </a:pPr>
            <a:r>
              <a:rPr lang="en-US" sz="12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4 关键任务</a:t>
            </a:r>
            <a:endParaRPr lang="en-US" sz="1100"/>
          </a:p>
        </p:txBody>
      </p:sp>
      <p:sp>
        <p:nvSpPr>
          <p:cNvPr id="20" name="AutoShape 20"/>
          <p:cNvSpPr/>
          <p:nvPr/>
        </p:nvSpPr>
        <p:spPr>
          <a:xfrm>
            <a:off x="3763676" y="2913921"/>
            <a:ext cx="1376734" cy="215127"/>
          </a:xfrm>
          <a:prstGeom prst="rect">
            <a:avLst/>
          </a:prstGeom>
          <a:solidFill>
            <a:srgbClr val="FFFFFF">
              <a:alpha val="100000"/>
            </a:srgbClr>
          </a:solidFill>
          <a:ln w="12700" cap="flat">
            <a:noFill/>
            <a:prstDash val="solid"/>
          </a:ln>
        </p:spPr>
        <p:txBody>
          <a:bodyPr wrap="square" lIns="91440" tIns="45720" rIns="91440" bIns="45720" rtlCol="0" anchor="ctr">
            <a:noAutofit/>
          </a:bodyPr>
          <a:lstStyle/>
          <a:p>
            <a:pPr marL="0" indent="0" algn="ctr">
              <a:lnSpc>
                <a:spcPct val="100000"/>
              </a:lnSpc>
              <a:defRPr/>
            </a:pPr>
            <a:r>
              <a:rPr lang="en-US" sz="12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3 业务变革</a:t>
            </a:r>
            <a:endParaRPr lang="en-US" sz="1100"/>
          </a:p>
        </p:txBody>
      </p:sp>
      <p:sp>
        <p:nvSpPr>
          <p:cNvPr id="21" name="AutoShape 21"/>
          <p:cNvSpPr/>
          <p:nvPr/>
        </p:nvSpPr>
        <p:spPr>
          <a:xfrm>
            <a:off x="690731" y="2905836"/>
            <a:ext cx="1376734" cy="292955"/>
          </a:xfrm>
          <a:prstGeom prst="rect">
            <a:avLst/>
          </a:prstGeom>
          <a:solidFill>
            <a:srgbClr val="FFFFFF">
              <a:alpha val="100000"/>
            </a:srgbClr>
          </a:solidFill>
          <a:ln w="12700" cap="flat">
            <a:noFill/>
            <a:prstDash val="solid"/>
          </a:ln>
        </p:spPr>
        <p:txBody>
          <a:bodyPr wrap="square" lIns="91440" tIns="45720" rIns="91440" bIns="45720" rtlCol="0" anchor="ctr">
            <a:noAutofit/>
          </a:bodyPr>
          <a:lstStyle/>
          <a:p>
            <a:pPr marL="0" indent="0" algn="ctr">
              <a:lnSpc>
                <a:spcPct val="100000"/>
              </a:lnSpc>
              <a:defRPr/>
            </a:pPr>
            <a:r>
              <a:rPr lang="en-US" sz="12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3 现状/差距</a:t>
            </a:r>
            <a:endParaRPr lang="en-US" sz="1100"/>
          </a:p>
        </p:txBody>
      </p:sp>
      <p:sp>
        <p:nvSpPr>
          <p:cNvPr id="22" name="AutoShape 22"/>
          <p:cNvSpPr/>
          <p:nvPr/>
        </p:nvSpPr>
        <p:spPr>
          <a:xfrm>
            <a:off x="690731" y="916009"/>
            <a:ext cx="1376734" cy="292955"/>
          </a:xfrm>
          <a:prstGeom prst="rect">
            <a:avLst/>
          </a:prstGeom>
          <a:solidFill>
            <a:srgbClr val="FFFFFF">
              <a:alpha val="100000"/>
            </a:srgbClr>
          </a:solidFill>
          <a:ln w="12700" cap="flat">
            <a:noFill/>
            <a:prstDash val="solid"/>
          </a:ln>
        </p:spPr>
        <p:txBody>
          <a:bodyPr wrap="square" lIns="91440" tIns="45720" rIns="91440" bIns="45720" rtlCol="0" anchor="ctr">
            <a:noAutofit/>
          </a:bodyPr>
          <a:lstStyle/>
          <a:p>
            <a:pPr marL="0" indent="0" algn="ctr">
              <a:lnSpc>
                <a:spcPct val="100000"/>
              </a:lnSpc>
              <a:defRPr/>
            </a:pPr>
            <a:r>
              <a:rPr lang="en-US" sz="1200" b="1"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1 目标和范围</a:t>
            </a:r>
            <a:endParaRPr lang="en-US" sz="1100"/>
          </a:p>
        </p:txBody>
      </p:sp>
      <p:sp>
        <p:nvSpPr>
          <p:cNvPr id="23" name="AutoShape 23"/>
          <p:cNvSpPr/>
          <p:nvPr/>
        </p:nvSpPr>
        <p:spPr>
          <a:xfrm>
            <a:off x="862642" y="1552755"/>
            <a:ext cx="12700" cy="12700"/>
          </a:xfrm>
          <a:prstGeom prst="rect">
            <a:avLst/>
          </a:prstGeom>
          <a:noFill/>
          <a:ln w="12700" cap="flat" cmpd="sng">
            <a:noFill/>
            <a:prstDash val="solid"/>
            <a:round/>
          </a:ln>
        </p:spPr>
        <p:txBody>
          <a:bodyPr vert="horz" wrap="none" lIns="91440" tIns="45720" rIns="91440" bIns="45720" rtlCol="0" anchor="t" anchorCtr="0"/>
          <a:lstStyle/>
          <a:p>
            <a:pPr algn="l">
              <a:defRPr/>
            </a:pPr>
            <a:endParaRPr/>
          </a:p>
        </p:txBody>
      </p:sp>
      <p:sp>
        <p:nvSpPr>
          <p:cNvPr id="24" name="AutoShape 24"/>
          <p:cNvSpPr/>
          <p:nvPr/>
        </p:nvSpPr>
        <p:spPr>
          <a:xfrm>
            <a:off x="8824823" y="2665562"/>
            <a:ext cx="12700" cy="12700"/>
          </a:xfrm>
          <a:prstGeom prst="rect">
            <a:avLst/>
          </a:prstGeom>
          <a:noFill/>
          <a:ln w="12700" cap="flat" cmpd="sng">
            <a:noFill/>
            <a:prstDash val="solid"/>
            <a:round/>
          </a:ln>
        </p:spPr>
        <p:txBody>
          <a:bodyPr vert="horz" wrap="none" lIns="91440" tIns="45720" rIns="91440" bIns="45720" rtlCol="0" anchor="t" anchorCtr="0"/>
          <a:lstStyle/>
          <a:p>
            <a:pPr algn="l">
              <a:defRPr/>
            </a:pPr>
            <a:endParaRPr/>
          </a:p>
        </p:txBody>
      </p:sp>
      <p:sp>
        <p:nvSpPr>
          <p:cNvPr id="25" name="AutoShape 25"/>
          <p:cNvSpPr/>
          <p:nvPr/>
        </p:nvSpPr>
        <p:spPr>
          <a:xfrm>
            <a:off x="11964838" y="2363638"/>
            <a:ext cx="12700" cy="12700"/>
          </a:xfrm>
          <a:prstGeom prst="rect">
            <a:avLst/>
          </a:prstGeom>
          <a:noFill/>
          <a:ln w="12700" cap="flat" cmpd="sng">
            <a:noFill/>
            <a:prstDash val="solid"/>
            <a:round/>
          </a:ln>
        </p:spPr>
        <p:txBody>
          <a:bodyPr vert="horz" wrap="none" lIns="91440" tIns="45720" rIns="91440" bIns="45720" rtlCol="0" anchor="t" anchorCtr="0"/>
          <a:lstStyle/>
          <a:p>
            <a:pPr algn="l">
              <a:defRPr/>
            </a:pPr>
            <a:endParaRPr/>
          </a:p>
        </p:txBody>
      </p:sp>
      <p:sp>
        <p:nvSpPr>
          <p:cNvPr id="26" name="AutoShape 26"/>
          <p:cNvSpPr/>
          <p:nvPr/>
        </p:nvSpPr>
        <p:spPr>
          <a:xfrm>
            <a:off x="8519160" y="2402840"/>
            <a:ext cx="761365" cy="215900"/>
          </a:xfrm>
          <a:prstGeom prst="rect">
            <a:avLst/>
          </a:prstGeom>
          <a:noFill/>
          <a:ln w="12700" cap="flat" cmpd="sng">
            <a:noFill/>
            <a:prstDash val="solid"/>
            <a:round/>
          </a:ln>
        </p:spPr>
        <p:txBody>
          <a:bodyPr vert="horz" wrap="square" lIns="91440" tIns="45720" rIns="91440" bIns="45720" rtlCol="0" anchor="t" anchorCtr="0"/>
          <a:lstStyle/>
          <a:p>
            <a:pPr marL="0" indent="0" algn="l">
              <a:lnSpc>
                <a:spcPct val="100000"/>
              </a:lnSpc>
              <a:defRP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配额规则确认</a:t>
            </a:r>
            <a:endParaRPr lang="en-US" sz="1100"/>
          </a:p>
        </p:txBody>
      </p:sp>
      <p:cxnSp>
        <p:nvCxnSpPr>
          <p:cNvPr id="27" name="Connector 27"/>
          <p:cNvCxnSpPr/>
          <p:nvPr/>
        </p:nvCxnSpPr>
        <p:spPr>
          <a:xfrm>
            <a:off x="8678174" y="3157265"/>
            <a:ext cx="2717320" cy="0"/>
          </a:xfrm>
          <a:prstGeom prst="straightConnector1">
            <a:avLst/>
          </a:prstGeom>
          <a:noFill/>
          <a:ln w="25400" cap="flat">
            <a:solidFill>
              <a:srgbClr val="003366">
                <a:alpha val="100000"/>
              </a:srgbClr>
            </a:solidFill>
            <a:prstDash val="solid"/>
            <a:headEnd type="none" w="med" len="med"/>
            <a:tailEnd type="triangle" w="med" len="med"/>
          </a:ln>
        </p:spPr>
      </p:cxnSp>
      <p:sp>
        <p:nvSpPr>
          <p:cNvPr id="28" name="AutoShape 28"/>
          <p:cNvSpPr/>
          <p:nvPr/>
        </p:nvSpPr>
        <p:spPr>
          <a:xfrm>
            <a:off x="8987033" y="3105505"/>
            <a:ext cx="103520" cy="103520"/>
          </a:xfrm>
          <a:prstGeom prst="ellipse">
            <a:avLst/>
          </a:prstGeom>
          <a:solidFill>
            <a:srgbClr val="0073E6">
              <a:alpha val="100000"/>
            </a:srgbClr>
          </a:solidFill>
          <a:ln w="12700" cap="flat" cmpd="sng">
            <a:solidFill>
              <a:srgbClr val="002D61">
                <a:alpha val="100000"/>
              </a:srgbClr>
            </a:solidFill>
            <a:prstDash val="solid"/>
            <a:miter lim="10000000"/>
          </a:ln>
        </p:spPr>
        <p:txBody>
          <a:bodyPr vert="horz" wrap="square" lIns="91440" tIns="45720" rIns="91440" bIns="45720" rtlCol="0" anchor="ctr" anchorCtr="0"/>
          <a:lstStyle/>
          <a:p>
            <a:pPr algn="ctr">
              <a:defRPr/>
            </a:pPr>
            <a:endParaRPr/>
          </a:p>
        </p:txBody>
      </p:sp>
      <p:sp>
        <p:nvSpPr>
          <p:cNvPr id="29" name="AutoShape 29"/>
          <p:cNvSpPr/>
          <p:nvPr/>
        </p:nvSpPr>
        <p:spPr>
          <a:xfrm>
            <a:off x="9662096" y="3102633"/>
            <a:ext cx="103520" cy="103520"/>
          </a:xfrm>
          <a:prstGeom prst="ellipse">
            <a:avLst/>
          </a:prstGeom>
          <a:solidFill>
            <a:srgbClr val="0073E6">
              <a:alpha val="100000"/>
            </a:srgbClr>
          </a:solidFill>
          <a:ln w="12700" cap="flat" cmpd="sng">
            <a:solidFill>
              <a:srgbClr val="002D61">
                <a:alpha val="100000"/>
              </a:srgbClr>
            </a:solidFill>
            <a:prstDash val="solid"/>
            <a:miter lim="10000000"/>
          </a:ln>
        </p:spPr>
        <p:txBody>
          <a:bodyPr vert="horz" wrap="square" lIns="91440" tIns="45720" rIns="91440" bIns="45720" rtlCol="0" anchor="ctr" anchorCtr="0"/>
          <a:lstStyle/>
          <a:p>
            <a:pPr algn="ctr">
              <a:defRPr/>
            </a:pPr>
            <a:endParaRPr/>
          </a:p>
        </p:txBody>
      </p:sp>
      <p:sp>
        <p:nvSpPr>
          <p:cNvPr id="30" name="AutoShape 30"/>
          <p:cNvSpPr/>
          <p:nvPr/>
        </p:nvSpPr>
        <p:spPr>
          <a:xfrm>
            <a:off x="11034366" y="3117011"/>
            <a:ext cx="103520" cy="103520"/>
          </a:xfrm>
          <a:prstGeom prst="ellipse">
            <a:avLst/>
          </a:prstGeom>
          <a:solidFill>
            <a:srgbClr val="0073E6">
              <a:alpha val="100000"/>
            </a:srgbClr>
          </a:solidFill>
          <a:ln w="12700" cap="flat" cmpd="sng">
            <a:solidFill>
              <a:srgbClr val="002D61">
                <a:alpha val="100000"/>
              </a:srgbClr>
            </a:solidFill>
            <a:prstDash val="solid"/>
            <a:miter lim="10000000"/>
          </a:ln>
        </p:spPr>
        <p:txBody>
          <a:bodyPr vert="horz" wrap="square" lIns="91440" tIns="45720" rIns="91440" bIns="45720" rtlCol="0" anchor="ctr" anchorCtr="0"/>
          <a:lstStyle/>
          <a:p>
            <a:pPr algn="ctr">
              <a:defRPr/>
            </a:pPr>
            <a:endParaRPr/>
          </a:p>
        </p:txBody>
      </p:sp>
      <p:sp>
        <p:nvSpPr>
          <p:cNvPr id="31" name="AutoShape 31"/>
          <p:cNvSpPr/>
          <p:nvPr/>
        </p:nvSpPr>
        <p:spPr>
          <a:xfrm>
            <a:off x="10662249" y="2402789"/>
            <a:ext cx="1020175" cy="400110"/>
          </a:xfrm>
          <a:prstGeom prst="rect">
            <a:avLst/>
          </a:prstGeom>
          <a:noFill/>
          <a:ln w="12700" cap="flat" cmpd="sng">
            <a:noFill/>
            <a:prstDash val="solid"/>
            <a:round/>
          </a:ln>
        </p:spPr>
        <p:txBody>
          <a:bodyPr vert="horz" wrap="square" lIns="91440" tIns="45720" rIns="91440" bIns="45720" rtlCol="0" anchor="t" anchorCtr="0"/>
          <a:lstStyle/>
          <a:p>
            <a:pPr marL="0" indent="0" algn="l">
              <a:lnSpc>
                <a:spcPct val="100000"/>
              </a:lnSpc>
              <a:defRP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审计报表上线</a:t>
            </a:r>
            <a:endParaRPr lang="en-US" sz="1100"/>
          </a:p>
        </p:txBody>
      </p:sp>
      <p:sp>
        <p:nvSpPr>
          <p:cNvPr id="32" name="AutoShape 32"/>
          <p:cNvSpPr/>
          <p:nvPr/>
        </p:nvSpPr>
        <p:spPr>
          <a:xfrm>
            <a:off x="9211812" y="2403009"/>
            <a:ext cx="833143" cy="400110"/>
          </a:xfrm>
          <a:prstGeom prst="rect">
            <a:avLst/>
          </a:prstGeom>
          <a:noFill/>
          <a:ln w="12700" cap="flat" cmpd="sng">
            <a:noFill/>
            <a:prstDash val="solid"/>
            <a:round/>
          </a:ln>
        </p:spPr>
        <p:txBody>
          <a:bodyPr vert="horz" wrap="square" lIns="91440" tIns="45720" rIns="91440" bIns="45720" rtlCol="0" anchor="t" anchorCtr="0"/>
          <a:lstStyle/>
          <a:p>
            <a:pPr marL="0" indent="0" algn="l">
              <a:lnSpc>
                <a:spcPct val="100000"/>
              </a:lnSpc>
              <a:defRP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配额协议上线</a:t>
            </a:r>
            <a:endParaRPr lang="en-US" sz="1100"/>
          </a:p>
        </p:txBody>
      </p:sp>
      <p:sp>
        <p:nvSpPr>
          <p:cNvPr id="33" name="AutoShape 33"/>
          <p:cNvSpPr/>
          <p:nvPr/>
        </p:nvSpPr>
        <p:spPr>
          <a:xfrm>
            <a:off x="8652294" y="6599208"/>
            <a:ext cx="12700" cy="12700"/>
          </a:xfrm>
          <a:prstGeom prst="rect">
            <a:avLst/>
          </a:prstGeom>
          <a:noFill/>
          <a:ln w="12700" cap="flat" cmpd="sng">
            <a:noFill/>
            <a:prstDash val="solid"/>
            <a:round/>
          </a:ln>
        </p:spPr>
        <p:txBody>
          <a:bodyPr vert="horz" wrap="none" lIns="91440" tIns="45720" rIns="91440" bIns="45720" rtlCol="0" anchor="t" anchorCtr="0"/>
          <a:lstStyle/>
          <a:p>
            <a:pPr algn="l">
              <a:defRPr/>
            </a:pPr>
            <a:endParaRPr/>
          </a:p>
        </p:txBody>
      </p:sp>
      <p:sp>
        <p:nvSpPr>
          <p:cNvPr id="34" name="AutoShape 34"/>
          <p:cNvSpPr/>
          <p:nvPr/>
        </p:nvSpPr>
        <p:spPr>
          <a:xfrm>
            <a:off x="3722914" y="3124200"/>
            <a:ext cx="12700" cy="12700"/>
          </a:xfrm>
          <a:prstGeom prst="rect">
            <a:avLst/>
          </a:prstGeom>
          <a:noFill/>
          <a:ln w="12700" cap="flat" cmpd="sng">
            <a:noFill/>
            <a:prstDash val="solid"/>
            <a:round/>
          </a:ln>
        </p:spPr>
        <p:txBody>
          <a:bodyPr vert="horz" wrap="none" lIns="91440" tIns="45720" rIns="91440" bIns="45720" rtlCol="0" anchor="t" anchorCtr="0"/>
          <a:lstStyle/>
          <a:p>
            <a:pPr algn="l">
              <a:defRPr/>
            </a:pPr>
            <a:endParaRPr/>
          </a:p>
        </p:txBody>
      </p:sp>
      <p:sp>
        <p:nvSpPr>
          <p:cNvPr id="35" name="AutoShape 35"/>
          <p:cNvSpPr/>
          <p:nvPr/>
        </p:nvSpPr>
        <p:spPr>
          <a:xfrm>
            <a:off x="10365823" y="3107116"/>
            <a:ext cx="103520" cy="103520"/>
          </a:xfrm>
          <a:prstGeom prst="ellipse">
            <a:avLst/>
          </a:prstGeom>
          <a:solidFill>
            <a:srgbClr val="0073E6">
              <a:alpha val="100000"/>
            </a:srgbClr>
          </a:solidFill>
          <a:ln w="12700" cap="flat" cmpd="sng">
            <a:solidFill>
              <a:srgbClr val="002D61">
                <a:alpha val="100000"/>
              </a:srgbClr>
            </a:solidFill>
            <a:prstDash val="solid"/>
            <a:miter lim="10000000"/>
          </a:ln>
        </p:spPr>
        <p:txBody>
          <a:bodyPr vert="horz" wrap="square" lIns="91440" tIns="45720" rIns="91440" bIns="45720" rtlCol="0" anchor="ctr" anchorCtr="0"/>
          <a:lstStyle/>
          <a:p>
            <a:pPr algn="ctr">
              <a:defRPr/>
            </a:pPr>
            <a:endParaRPr/>
          </a:p>
        </p:txBody>
      </p:sp>
      <p:sp>
        <p:nvSpPr>
          <p:cNvPr id="36" name="AutoShape 36"/>
          <p:cNvSpPr/>
          <p:nvPr/>
        </p:nvSpPr>
        <p:spPr>
          <a:xfrm>
            <a:off x="9956750" y="2403009"/>
            <a:ext cx="833143" cy="400110"/>
          </a:xfrm>
          <a:prstGeom prst="rect">
            <a:avLst/>
          </a:prstGeom>
          <a:noFill/>
          <a:ln w="12700" cap="flat" cmpd="sng">
            <a:noFill/>
            <a:prstDash val="solid"/>
            <a:round/>
          </a:ln>
        </p:spPr>
        <p:txBody>
          <a:bodyPr vert="horz" wrap="square" lIns="91440" tIns="45720" rIns="91440" bIns="45720" rtlCol="0" anchor="t" anchorCtr="0"/>
          <a:lstStyle/>
          <a:p>
            <a:pPr marL="0" indent="0" algn="l">
              <a:lnSpc>
                <a:spcPct val="100000"/>
              </a:lnSpc>
              <a:defRPr/>
            </a:pPr>
            <a:r>
              <a:rPr lang="en-US" sz="10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自动分配上线</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28625" y="6517632"/>
            <a:ext cx="1354217" cy="153888"/>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Atos Confidential</a:t>
            </a:r>
            <a:endParaRPr lang="en-US" sz="1100"/>
          </a:p>
        </p:txBody>
      </p:sp>
      <p:sp>
        <p:nvSpPr>
          <p:cNvPr id="3" name="Freeform 3"/>
          <p:cNvSpPr/>
          <p:nvPr/>
        </p:nvSpPr>
        <p:spPr>
          <a:xfrm>
            <a:off x="10944224" y="6446085"/>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pic>
        <p:nvPicPr>
          <p:cNvPr id="4" name="Picture 4"/>
          <p:cNvPicPr>
            <a:picLocks noChangeAspect="1"/>
          </p:cNvPicPr>
          <p:nvPr/>
        </p:nvPicPr>
        <p:blipFill>
          <a:blip r:embed="rId29"/>
          <a:srcRect/>
          <a:stretch>
            <a:fillRect/>
          </a:stretch>
        </p:blipFill>
        <p:spPr>
          <a:xfrm>
            <a:off x="287947" y="6412870"/>
            <a:ext cx="1742736" cy="343961"/>
          </a:xfrm>
          <a:prstGeom prst="rect">
            <a:avLst/>
          </a:prstGeom>
          <a:noFill/>
          <a:ln w="25400" cap="flat" cmpd="sng">
            <a:noFill/>
            <a:prstDash val="solid"/>
            <a:round/>
          </a:ln>
        </p:spPr>
      </p:pic>
      <p:sp>
        <p:nvSpPr>
          <p:cNvPr id="5" name="AutoShape 5"/>
          <p:cNvSpPr/>
          <p:nvPr/>
        </p:nvSpPr>
        <p:spPr>
          <a:xfrm>
            <a:off x="428625" y="291465"/>
            <a:ext cx="11337925" cy="59055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a:solidFill>
                  <a:srgbClr val="0073E6"/>
                </a:solidFill>
                <a:latin typeface="Biennale Bold"/>
                <a:ea typeface="Biennale Bold"/>
                <a:cs typeface="Biennale Bold"/>
                <a:sym typeface="Biennale Bold"/>
              </a:rPr>
              <a:t>采购配额管理核心痛点分析</a:t>
            </a:r>
            <a:br>
              <a:rPr lang="en-US" sz="2800" b="1" i="0" u="none" strike="noStrike">
                <a:solidFill>
                  <a:srgbClr val="0073E6"/>
                </a:solidFill>
                <a:latin typeface="Biennale Bold"/>
                <a:ea typeface="Biennale Bold"/>
                <a:cs typeface="Biennale Bold"/>
                <a:sym typeface="Biennale Bold"/>
              </a:rPr>
            </a:br>
            <a:endParaRPr lang="en-US" sz="1100"/>
          </a:p>
        </p:txBody>
      </p:sp>
      <p:sp>
        <p:nvSpPr>
          <p:cNvPr id="6" name="AutoShape 6"/>
          <p:cNvSpPr/>
          <p:nvPr/>
        </p:nvSpPr>
        <p:spPr>
          <a:xfrm>
            <a:off x="508000" y="2413000"/>
            <a:ext cx="2159000" cy="2032000"/>
          </a:xfrm>
          <a:prstGeom prst="roundRect">
            <a:avLst>
              <a:gd name="adj" fmla="val 0"/>
            </a:avLst>
          </a:prstGeom>
          <a:solidFill>
            <a:srgbClr val="1E3A8A">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7" name="AutoShape 7"/>
          <p:cNvSpPr/>
          <p:nvPr/>
        </p:nvSpPr>
        <p:spPr>
          <a:xfrm>
            <a:off x="571500" y="2603500"/>
            <a:ext cx="2032000" cy="1778000"/>
          </a:xfrm>
          <a:prstGeom prst="rect">
            <a:avLst/>
          </a:prstGeom>
          <a:noFill/>
          <a:ln w="12700" cap="flat" cmpd="sng">
            <a:noFill/>
            <a:prstDash val="solid"/>
            <a:round/>
          </a:ln>
        </p:spPr>
        <p:txBody>
          <a:bodyPr vert="horz" wrap="square" lIns="0" tIns="0" rIns="0" bIns="0" rtlCol="0" anchor="ctr">
            <a:noAutofit/>
          </a:bodyPr>
          <a:lstStyle/>
          <a:p>
            <a:pPr marL="0" indent="0" algn="ctr">
              <a:lnSpc>
                <a:spcPct val="108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采购管控</a:t>
            </a:r>
            <a:b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体系分析</a:t>
            </a:r>
            <a:endParaRPr lang="en-US" sz="1100"/>
          </a:p>
        </p:txBody>
      </p:sp>
      <p:cxnSp>
        <p:nvCxnSpPr>
          <p:cNvPr id="8" name="Connector 8"/>
          <p:cNvCxnSpPr/>
          <p:nvPr>
            <p:custDataLst>
              <p:tags r:id="rId1"/>
            </p:custDataLst>
          </p:nvPr>
        </p:nvCxnSpPr>
        <p:spPr>
          <a:xfrm rot="-4911">
            <a:off x="2794005" y="3422650"/>
            <a:ext cx="8890000" cy="12700"/>
          </a:xfrm>
          <a:prstGeom prst="line">
            <a:avLst/>
          </a:prstGeom>
          <a:solidFill>
            <a:srgbClr val="DEE0E3">
              <a:alpha val="100000"/>
            </a:srgbClr>
          </a:solidFill>
          <a:ln w="38100" cap="flat" cmpd="sng">
            <a:solidFill>
              <a:srgbClr val="1E3A8A">
                <a:alpha val="100000"/>
              </a:srgbClr>
            </a:solidFill>
            <a:prstDash val="solid"/>
            <a:round/>
            <a:headEnd type="none" w="lg" len="lg"/>
            <a:tailEnd type="none" w="lg" len="lg"/>
          </a:ln>
        </p:spPr>
      </p:cxnSp>
      <p:cxnSp>
        <p:nvCxnSpPr>
          <p:cNvPr id="9" name="Connector 9"/>
          <p:cNvCxnSpPr/>
          <p:nvPr>
            <p:custDataLst>
              <p:tags r:id="rId2"/>
            </p:custDataLst>
          </p:nvPr>
        </p:nvCxnSpPr>
        <p:spPr>
          <a:xfrm rot="-5571743">
            <a:off x="3746500" y="3295491"/>
            <a:ext cx="254000" cy="12700"/>
          </a:xfrm>
          <a:prstGeom prst="line">
            <a:avLst/>
          </a:prstGeom>
          <a:solidFill>
            <a:srgbClr val="DEE0E3">
              <a:alpha val="100000"/>
            </a:srgbClr>
          </a:solidFill>
          <a:ln w="25400" cap="flat" cmpd="sng">
            <a:solidFill>
              <a:srgbClr val="93C5FD">
                <a:alpha val="100000"/>
              </a:srgbClr>
            </a:solidFill>
            <a:prstDash val="solid"/>
            <a:round/>
            <a:headEnd type="none" w="lg" len="lg"/>
            <a:tailEnd type="none" w="lg" len="lg"/>
          </a:ln>
        </p:spPr>
      </p:cxnSp>
      <p:sp>
        <p:nvSpPr>
          <p:cNvPr id="10" name="AutoShape 10"/>
          <p:cNvSpPr/>
          <p:nvPr>
            <p:custDataLst>
              <p:tags r:id="rId3"/>
            </p:custDataLst>
          </p:nvPr>
        </p:nvSpPr>
        <p:spPr>
          <a:xfrm>
            <a:off x="2921000" y="1778000"/>
            <a:ext cx="2730500" cy="1397000"/>
          </a:xfrm>
          <a:prstGeom prst="roundRect">
            <a:avLst>
              <a:gd name="adj" fmla="val 0"/>
            </a:avLst>
          </a:prstGeom>
          <a:solidFill>
            <a:srgbClr val="2563EB">
              <a:alpha val="6000"/>
            </a:srgbClr>
          </a:solidFill>
          <a:ln w="12700" cap="flat" cmpd="sng">
            <a:solidFill>
              <a:srgbClr val="2563EB">
                <a:alpha val="15000"/>
              </a:srgbClr>
            </a:solidFill>
            <a:prstDash val="solid"/>
            <a:round/>
          </a:ln>
        </p:spPr>
        <p:txBody>
          <a:bodyPr vert="horz" wrap="square" lIns="0" tIns="0" rIns="0" bIns="0" rtlCol="0" anchor="ctr" anchorCtr="0"/>
          <a:lstStyle/>
          <a:p>
            <a:pPr algn="ctr">
              <a:defRPr/>
            </a:pPr>
            <a:endParaRPr/>
          </a:p>
        </p:txBody>
      </p:sp>
      <p:pic>
        <p:nvPicPr>
          <p:cNvPr id="11" name="Picture 11"/>
          <p:cNvPicPr>
            <a:picLocks noChangeAspect="1"/>
          </p:cNvPicPr>
          <p:nvPr>
            <p:custDataLst>
              <p:tags r:id="rId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3048000" y="1930400"/>
            <a:ext cx="279400" cy="279400"/>
          </a:xfrm>
          <a:prstGeom prst="rect">
            <a:avLst/>
          </a:prstGeom>
        </p:spPr>
      </p:pic>
      <p:sp>
        <p:nvSpPr>
          <p:cNvPr id="12" name="AutoShape 12"/>
          <p:cNvSpPr/>
          <p:nvPr>
            <p:custDataLst>
              <p:tags r:id="rId5"/>
            </p:custDataLst>
          </p:nvPr>
        </p:nvSpPr>
        <p:spPr>
          <a:xfrm>
            <a:off x="3429000" y="1930400"/>
            <a:ext cx="2159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563EB"/>
                </a:solidFill>
                <a:latin typeface="Biennale"/>
                <a:ea typeface="Biennale"/>
                <a:cs typeface="Biennale"/>
                <a:sym typeface="Biennale"/>
              </a:rPr>
              <a:t>01</a:t>
            </a:r>
            <a:r>
              <a:rPr lang="en-US" sz="1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管理维度</a:t>
            </a:r>
            <a:endParaRPr lang="en-US" sz="1100"/>
          </a:p>
        </p:txBody>
      </p:sp>
      <p:sp>
        <p:nvSpPr>
          <p:cNvPr id="13" name="AutoShape 13"/>
          <p:cNvSpPr/>
          <p:nvPr>
            <p:custDataLst>
              <p:tags r:id="rId6"/>
            </p:custDataLst>
          </p:nvPr>
        </p:nvSpPr>
        <p:spPr>
          <a:xfrm>
            <a:off x="3048000" y="2349500"/>
            <a:ext cx="24765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采购分配依赖人工判断，效率低且易出错，缺乏系统自动分配机制。</a:t>
            </a:r>
            <a:endParaRPr lang="en-US" sz="1100"/>
          </a:p>
        </p:txBody>
      </p:sp>
      <p:cxnSp>
        <p:nvCxnSpPr>
          <p:cNvPr id="14" name="Connector 14"/>
          <p:cNvCxnSpPr/>
          <p:nvPr>
            <p:custDataLst>
              <p:tags r:id="rId7"/>
            </p:custDataLst>
          </p:nvPr>
        </p:nvCxnSpPr>
        <p:spPr>
          <a:xfrm rot="-5571743">
            <a:off x="6588311" y="3295491"/>
            <a:ext cx="254000" cy="12700"/>
          </a:xfrm>
          <a:prstGeom prst="line">
            <a:avLst/>
          </a:prstGeom>
          <a:solidFill>
            <a:srgbClr val="DEE0E3">
              <a:alpha val="100000"/>
            </a:srgbClr>
          </a:solidFill>
          <a:ln w="25400" cap="flat" cmpd="sng">
            <a:solidFill>
              <a:srgbClr val="93C5FD">
                <a:alpha val="100000"/>
              </a:srgbClr>
            </a:solidFill>
            <a:prstDash val="solid"/>
            <a:round/>
            <a:headEnd type="none" w="lg" len="lg"/>
            <a:tailEnd type="none" w="lg" len="lg"/>
          </a:ln>
        </p:spPr>
      </p:cxnSp>
      <p:sp>
        <p:nvSpPr>
          <p:cNvPr id="15" name="AutoShape 15"/>
          <p:cNvSpPr/>
          <p:nvPr>
            <p:custDataLst>
              <p:tags r:id="rId8"/>
            </p:custDataLst>
          </p:nvPr>
        </p:nvSpPr>
        <p:spPr>
          <a:xfrm>
            <a:off x="5762811" y="1778000"/>
            <a:ext cx="2730500" cy="1397000"/>
          </a:xfrm>
          <a:prstGeom prst="roundRect">
            <a:avLst>
              <a:gd name="adj" fmla="val 0"/>
            </a:avLst>
          </a:prstGeom>
          <a:solidFill>
            <a:srgbClr val="2563EB">
              <a:alpha val="6000"/>
            </a:srgbClr>
          </a:solidFill>
          <a:ln w="12700" cap="flat" cmpd="sng">
            <a:solidFill>
              <a:srgbClr val="2563EB">
                <a:alpha val="15000"/>
              </a:srgbClr>
            </a:solidFill>
            <a:prstDash val="solid"/>
            <a:round/>
          </a:ln>
        </p:spPr>
        <p:txBody>
          <a:bodyPr vert="horz" wrap="square" lIns="0" tIns="0" rIns="0" bIns="0" rtlCol="0" anchor="ctr" anchorCtr="0"/>
          <a:lstStyle/>
          <a:p>
            <a:pPr algn="ctr">
              <a:defRPr/>
            </a:pPr>
            <a:endParaRPr/>
          </a:p>
        </p:txBody>
      </p:sp>
      <p:pic>
        <p:nvPicPr>
          <p:cNvPr id="16" name="Picture 16"/>
          <p:cNvPicPr>
            <a:picLocks noChangeAspect="1"/>
          </p:cNvPicPr>
          <p:nvPr>
            <p:custDataLst>
              <p:tags r:id="rId9"/>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5889811" y="1930400"/>
            <a:ext cx="279400" cy="279400"/>
          </a:xfrm>
          <a:prstGeom prst="rect">
            <a:avLst/>
          </a:prstGeom>
        </p:spPr>
      </p:pic>
      <p:sp>
        <p:nvSpPr>
          <p:cNvPr id="17" name="AutoShape 17"/>
          <p:cNvSpPr/>
          <p:nvPr>
            <p:custDataLst>
              <p:tags r:id="rId10"/>
            </p:custDataLst>
          </p:nvPr>
        </p:nvSpPr>
        <p:spPr>
          <a:xfrm>
            <a:off x="6270811" y="1930400"/>
            <a:ext cx="2159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563EB"/>
                </a:solidFill>
                <a:latin typeface="Biennale"/>
                <a:ea typeface="Biennale"/>
                <a:cs typeface="Biennale"/>
                <a:sym typeface="Biennale"/>
              </a:rPr>
              <a:t>02</a:t>
            </a:r>
            <a:r>
              <a:rPr lang="en-US" sz="1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数据维度</a:t>
            </a:r>
            <a:endParaRPr lang="en-US" sz="1100"/>
          </a:p>
        </p:txBody>
      </p:sp>
      <p:sp>
        <p:nvSpPr>
          <p:cNvPr id="18" name="AutoShape 18"/>
          <p:cNvSpPr/>
          <p:nvPr>
            <p:custDataLst>
              <p:tags r:id="rId11"/>
            </p:custDataLst>
          </p:nvPr>
        </p:nvSpPr>
        <p:spPr>
          <a:xfrm>
            <a:off x="5889811" y="2349500"/>
            <a:ext cx="24765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无法按招标确定比例自动分配，配额执行偏差大，供应商策略难以落地。</a:t>
            </a:r>
            <a:endParaRPr lang="en-US" sz="1100"/>
          </a:p>
        </p:txBody>
      </p:sp>
      <p:cxnSp>
        <p:nvCxnSpPr>
          <p:cNvPr id="19" name="Connector 19"/>
          <p:cNvCxnSpPr/>
          <p:nvPr>
            <p:custDataLst>
              <p:tags r:id="rId12"/>
            </p:custDataLst>
          </p:nvPr>
        </p:nvCxnSpPr>
        <p:spPr>
          <a:xfrm rot="-5571743">
            <a:off x="9457016" y="3295491"/>
            <a:ext cx="254000" cy="12700"/>
          </a:xfrm>
          <a:prstGeom prst="line">
            <a:avLst/>
          </a:prstGeom>
          <a:solidFill>
            <a:srgbClr val="DEE0E3">
              <a:alpha val="100000"/>
            </a:srgbClr>
          </a:solidFill>
          <a:ln w="25400" cap="flat" cmpd="sng">
            <a:solidFill>
              <a:srgbClr val="93C5FD">
                <a:alpha val="100000"/>
              </a:srgbClr>
            </a:solidFill>
            <a:prstDash val="solid"/>
            <a:round/>
            <a:headEnd type="none" w="lg" len="lg"/>
            <a:tailEnd type="none" w="lg" len="lg"/>
          </a:ln>
        </p:spPr>
      </p:cxnSp>
      <p:sp>
        <p:nvSpPr>
          <p:cNvPr id="20" name="AutoShape 20"/>
          <p:cNvSpPr/>
          <p:nvPr>
            <p:custDataLst>
              <p:tags r:id="rId13"/>
            </p:custDataLst>
          </p:nvPr>
        </p:nvSpPr>
        <p:spPr>
          <a:xfrm>
            <a:off x="8631516" y="1778000"/>
            <a:ext cx="2730500" cy="1397000"/>
          </a:xfrm>
          <a:prstGeom prst="roundRect">
            <a:avLst>
              <a:gd name="adj" fmla="val 0"/>
            </a:avLst>
          </a:prstGeom>
          <a:solidFill>
            <a:srgbClr val="2563EB">
              <a:alpha val="6000"/>
            </a:srgbClr>
          </a:solidFill>
          <a:ln w="12700" cap="flat" cmpd="sng">
            <a:solidFill>
              <a:srgbClr val="2563EB">
                <a:alpha val="15000"/>
              </a:srgbClr>
            </a:solidFill>
            <a:prstDash val="solid"/>
            <a:round/>
          </a:ln>
        </p:spPr>
        <p:txBody>
          <a:bodyPr vert="horz" wrap="square" lIns="0" tIns="0" rIns="0" bIns="0" rtlCol="0" anchor="ctr" anchorCtr="0"/>
          <a:lstStyle/>
          <a:p>
            <a:pPr algn="ctr">
              <a:defRPr/>
            </a:pPr>
            <a:endParaRPr/>
          </a:p>
        </p:txBody>
      </p:sp>
      <p:pic>
        <p:nvPicPr>
          <p:cNvPr id="21" name="Picture 21"/>
          <p:cNvPicPr>
            <a:picLocks noChangeAspect="1"/>
          </p:cNvPicPr>
          <p:nvPr>
            <p:custDataLst>
              <p:tags r:id="rId1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2"/>
              </a:ext>
            </a:extLst>
          </a:blip>
          <a:stretch>
            <a:fillRect/>
          </a:stretch>
        </p:blipFill>
        <p:spPr>
          <a:xfrm>
            <a:off x="8758516" y="1930400"/>
            <a:ext cx="279400" cy="279400"/>
          </a:xfrm>
          <a:prstGeom prst="rect">
            <a:avLst/>
          </a:prstGeom>
        </p:spPr>
      </p:pic>
      <p:sp>
        <p:nvSpPr>
          <p:cNvPr id="22" name="AutoShape 22"/>
          <p:cNvSpPr/>
          <p:nvPr>
            <p:custDataLst>
              <p:tags r:id="rId15"/>
            </p:custDataLst>
          </p:nvPr>
        </p:nvSpPr>
        <p:spPr>
          <a:xfrm>
            <a:off x="9139516" y="1930400"/>
            <a:ext cx="2159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563EB"/>
                </a:solidFill>
                <a:latin typeface="Biennale"/>
                <a:ea typeface="Biennale"/>
                <a:cs typeface="Biennale"/>
                <a:sym typeface="Biennale"/>
              </a:rPr>
              <a:t>03</a:t>
            </a:r>
            <a:r>
              <a:rPr lang="en-US" sz="1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系统维度</a:t>
            </a:r>
            <a:endParaRPr lang="en-US" sz="1100"/>
          </a:p>
        </p:txBody>
      </p:sp>
      <p:sp>
        <p:nvSpPr>
          <p:cNvPr id="23" name="AutoShape 23"/>
          <p:cNvSpPr/>
          <p:nvPr>
            <p:custDataLst>
              <p:tags r:id="rId16"/>
            </p:custDataLst>
          </p:nvPr>
        </p:nvSpPr>
        <p:spPr>
          <a:xfrm>
            <a:off x="8758516" y="2349500"/>
            <a:ext cx="2476500" cy="825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en-US" sz="1100" b="0" i="0" u="none" strike="noStrike">
                <a:solidFill>
                  <a:srgbClr val="4B5563"/>
                </a:solidFill>
                <a:latin typeface="Biennale"/>
                <a:ea typeface="Biennale"/>
                <a:cs typeface="Biennale"/>
                <a:sym typeface="Biennale"/>
              </a:rPr>
              <a:t>SAP</a:t>
            </a: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标准采购功能未充分启用，依赖线下台账；系统功能碎片化，缺乏从需求到付款的端到端闭环管控。</a:t>
            </a:r>
            <a:endParaRPr lang="en-US" sz="1100"/>
          </a:p>
        </p:txBody>
      </p:sp>
      <p:cxnSp>
        <p:nvCxnSpPr>
          <p:cNvPr id="24" name="Connector 24"/>
          <p:cNvCxnSpPr/>
          <p:nvPr>
            <p:custDataLst>
              <p:tags r:id="rId17"/>
            </p:custDataLst>
          </p:nvPr>
        </p:nvCxnSpPr>
        <p:spPr>
          <a:xfrm rot="5228255">
            <a:off x="5397500" y="3549809"/>
            <a:ext cx="254000" cy="12700"/>
          </a:xfrm>
          <a:prstGeom prst="line">
            <a:avLst/>
          </a:prstGeom>
          <a:solidFill>
            <a:srgbClr val="DEE0E3">
              <a:alpha val="100000"/>
            </a:srgbClr>
          </a:solidFill>
          <a:ln w="25400" cap="flat" cmpd="sng">
            <a:solidFill>
              <a:srgbClr val="93C5FD">
                <a:alpha val="100000"/>
              </a:srgbClr>
            </a:solidFill>
            <a:prstDash val="solid"/>
            <a:round/>
            <a:headEnd type="none" w="lg" len="lg"/>
            <a:tailEnd type="none" w="lg" len="lg"/>
          </a:ln>
        </p:spPr>
      </p:cxnSp>
      <p:sp>
        <p:nvSpPr>
          <p:cNvPr id="25" name="AutoShape 25"/>
          <p:cNvSpPr/>
          <p:nvPr>
            <p:custDataLst>
              <p:tags r:id="rId18"/>
            </p:custDataLst>
          </p:nvPr>
        </p:nvSpPr>
        <p:spPr>
          <a:xfrm>
            <a:off x="3937000" y="3674037"/>
            <a:ext cx="2921000" cy="1397000"/>
          </a:xfrm>
          <a:prstGeom prst="roundRect">
            <a:avLst>
              <a:gd name="adj" fmla="val 0"/>
            </a:avLst>
          </a:prstGeom>
          <a:solidFill>
            <a:srgbClr val="2563EB">
              <a:alpha val="6000"/>
            </a:srgbClr>
          </a:solidFill>
          <a:ln w="12700" cap="flat" cmpd="sng">
            <a:solidFill>
              <a:srgbClr val="2563EB">
                <a:alpha val="15000"/>
              </a:srgbClr>
            </a:solidFill>
            <a:prstDash val="solid"/>
            <a:round/>
          </a:ln>
        </p:spPr>
        <p:txBody>
          <a:bodyPr vert="horz" wrap="square" lIns="0" tIns="0" rIns="0" bIns="0" rtlCol="0" anchor="ctr" anchorCtr="0"/>
          <a:lstStyle/>
          <a:p>
            <a:pPr algn="ctr">
              <a:defRPr/>
            </a:pPr>
            <a:endParaRPr/>
          </a:p>
        </p:txBody>
      </p:sp>
      <p:pic>
        <p:nvPicPr>
          <p:cNvPr id="26" name="Picture 26"/>
          <p:cNvPicPr>
            <a:picLocks noChangeAspect="1"/>
          </p:cNvPicPr>
          <p:nvPr>
            <p:custDataLst>
              <p:tags r:id="rId19"/>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3"/>
              </a:ext>
            </a:extLst>
          </a:blip>
          <a:stretch>
            <a:fillRect/>
          </a:stretch>
        </p:blipFill>
        <p:spPr>
          <a:xfrm>
            <a:off x="4064000" y="3826437"/>
            <a:ext cx="279400" cy="279400"/>
          </a:xfrm>
          <a:prstGeom prst="rect">
            <a:avLst/>
          </a:prstGeom>
        </p:spPr>
      </p:pic>
      <p:sp>
        <p:nvSpPr>
          <p:cNvPr id="27" name="AutoShape 27"/>
          <p:cNvSpPr/>
          <p:nvPr>
            <p:custDataLst>
              <p:tags r:id="rId20"/>
            </p:custDataLst>
          </p:nvPr>
        </p:nvSpPr>
        <p:spPr>
          <a:xfrm>
            <a:off x="4445000" y="3826437"/>
            <a:ext cx="2286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563EB"/>
                </a:solidFill>
                <a:latin typeface="Biennale"/>
                <a:ea typeface="Biennale"/>
                <a:cs typeface="Biennale"/>
                <a:sym typeface="Biennale"/>
              </a:rPr>
              <a:t>04</a:t>
            </a:r>
            <a:r>
              <a:rPr lang="en-US" sz="1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协同维度</a:t>
            </a:r>
            <a:endParaRPr lang="en-US" sz="1100"/>
          </a:p>
        </p:txBody>
      </p:sp>
      <p:sp>
        <p:nvSpPr>
          <p:cNvPr id="28" name="AutoShape 28"/>
          <p:cNvSpPr/>
          <p:nvPr>
            <p:custDataLst>
              <p:tags r:id="rId21"/>
            </p:custDataLst>
          </p:nvPr>
        </p:nvSpPr>
        <p:spPr>
          <a:xfrm>
            <a:off x="4064000" y="4245537"/>
            <a:ext cx="2667000" cy="825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zh-CN" alt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采购管理部门</a:t>
            </a: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与</a:t>
            </a:r>
            <a:r>
              <a:rPr lang="zh-CN" alt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采购执行部门工作</a:t>
            </a: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缺乏系统平台支撑</a:t>
            </a: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决策内容</a:t>
            </a: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与实际执行脱节，存在</a:t>
            </a:r>
            <a:r>
              <a:rPr lang="en-US" sz="1100" b="0" i="0" u="none" strike="noStrike">
                <a:solidFill>
                  <a:srgbClr val="4B5563"/>
                </a:solidFill>
                <a:latin typeface="Biennale"/>
                <a:ea typeface="Biennale"/>
                <a:cs typeface="Biennale"/>
                <a:sym typeface="Biennale"/>
              </a:rPr>
              <a:t>“</a:t>
            </a:r>
            <a:r>
              <a:rPr lang="zh-CN" altLang="en-US" sz="1100" b="0" i="0" u="none" strike="noStrike">
                <a:solidFill>
                  <a:srgbClr val="4B5563"/>
                </a:solidFill>
                <a:latin typeface="Biennale"/>
                <a:ea typeface="Biennale"/>
                <a:cs typeface="Biennale"/>
                <a:sym typeface="Biennale"/>
              </a:rPr>
              <a:t>标准制定</a:t>
            </a: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实际执行</a:t>
            </a:r>
            <a:r>
              <a:rPr lang="en-US" sz="1100" b="0" i="0" u="none" strike="noStrike">
                <a:solidFill>
                  <a:srgbClr val="4B5563"/>
                </a:solidFill>
                <a:latin typeface="Biennale"/>
                <a:ea typeface="Biennale"/>
                <a:cs typeface="Biennale"/>
                <a:sym typeface="Biennale"/>
              </a:rPr>
              <a:t>”</a:t>
            </a: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的两张皮现象。</a:t>
            </a:r>
            <a:endParaRPr lang="en-US" sz="1100"/>
          </a:p>
        </p:txBody>
      </p:sp>
      <p:cxnSp>
        <p:nvCxnSpPr>
          <p:cNvPr id="29" name="Connector 29"/>
          <p:cNvCxnSpPr/>
          <p:nvPr>
            <p:custDataLst>
              <p:tags r:id="rId22"/>
            </p:custDataLst>
          </p:nvPr>
        </p:nvCxnSpPr>
        <p:spPr>
          <a:xfrm rot="5228255">
            <a:off x="8509000" y="3549809"/>
            <a:ext cx="254000" cy="12700"/>
          </a:xfrm>
          <a:prstGeom prst="line">
            <a:avLst/>
          </a:prstGeom>
          <a:solidFill>
            <a:srgbClr val="DEE0E3">
              <a:alpha val="100000"/>
            </a:srgbClr>
          </a:solidFill>
          <a:ln w="25400" cap="flat" cmpd="sng">
            <a:solidFill>
              <a:srgbClr val="93C5FD">
                <a:alpha val="100000"/>
              </a:srgbClr>
            </a:solidFill>
            <a:prstDash val="solid"/>
            <a:round/>
            <a:headEnd type="none" w="lg" len="lg"/>
            <a:tailEnd type="none" w="lg" len="lg"/>
          </a:ln>
        </p:spPr>
      </p:cxnSp>
      <p:sp>
        <p:nvSpPr>
          <p:cNvPr id="30" name="AutoShape 30"/>
          <p:cNvSpPr/>
          <p:nvPr>
            <p:custDataLst>
              <p:tags r:id="rId23"/>
            </p:custDataLst>
          </p:nvPr>
        </p:nvSpPr>
        <p:spPr>
          <a:xfrm>
            <a:off x="7366000" y="3674037"/>
            <a:ext cx="2921000" cy="1397000"/>
          </a:xfrm>
          <a:prstGeom prst="roundRect">
            <a:avLst>
              <a:gd name="adj" fmla="val 0"/>
            </a:avLst>
          </a:prstGeom>
          <a:solidFill>
            <a:srgbClr val="2563EB">
              <a:alpha val="6000"/>
            </a:srgbClr>
          </a:solidFill>
          <a:ln w="12700" cap="flat" cmpd="sng">
            <a:solidFill>
              <a:srgbClr val="2563EB">
                <a:alpha val="15000"/>
              </a:srgbClr>
            </a:solidFill>
            <a:prstDash val="solid"/>
            <a:round/>
          </a:ln>
        </p:spPr>
        <p:txBody>
          <a:bodyPr vert="horz" wrap="square" lIns="0" tIns="0" rIns="0" bIns="0" rtlCol="0" anchor="ctr" anchorCtr="0"/>
          <a:lstStyle/>
          <a:p>
            <a:pPr algn="ctr">
              <a:defRPr/>
            </a:pPr>
            <a:endParaRPr/>
          </a:p>
        </p:txBody>
      </p:sp>
      <p:pic>
        <p:nvPicPr>
          <p:cNvPr id="31" name="Picture 31"/>
          <p:cNvPicPr>
            <a:picLocks noChangeAspect="1"/>
          </p:cNvPicPr>
          <p:nvPr>
            <p:custDataLst>
              <p:tags r:id="rId2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7493000" y="3826437"/>
            <a:ext cx="279400" cy="279400"/>
          </a:xfrm>
          <a:prstGeom prst="rect">
            <a:avLst/>
          </a:prstGeom>
        </p:spPr>
      </p:pic>
      <p:sp>
        <p:nvSpPr>
          <p:cNvPr id="32" name="AutoShape 32"/>
          <p:cNvSpPr/>
          <p:nvPr>
            <p:custDataLst>
              <p:tags r:id="rId25"/>
            </p:custDataLst>
          </p:nvPr>
        </p:nvSpPr>
        <p:spPr>
          <a:xfrm>
            <a:off x="7874000" y="3826437"/>
            <a:ext cx="2286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563EB"/>
                </a:solidFill>
                <a:latin typeface="Biennale"/>
                <a:ea typeface="Biennale"/>
                <a:cs typeface="Biennale"/>
                <a:sym typeface="Biennale"/>
              </a:rPr>
              <a:t>05</a:t>
            </a:r>
            <a:r>
              <a:rPr lang="en-US" sz="1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运营维度</a:t>
            </a:r>
            <a:endParaRPr lang="en-US" sz="1100"/>
          </a:p>
        </p:txBody>
      </p:sp>
      <p:sp>
        <p:nvSpPr>
          <p:cNvPr id="33" name="AutoShape 33"/>
          <p:cNvSpPr/>
          <p:nvPr>
            <p:custDataLst>
              <p:tags r:id="rId26"/>
            </p:custDataLst>
          </p:nvPr>
        </p:nvSpPr>
        <p:spPr>
          <a:xfrm>
            <a:off x="7493000" y="4245537"/>
            <a:ext cx="26670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订单分配界面仅显示5家供应商，超5家需手工查询，操作效率低。</a:t>
            </a:r>
            <a:endParaRPr lang="en-US" sz="1100"/>
          </a:p>
        </p:txBody>
      </p:sp>
      <p:sp>
        <p:nvSpPr>
          <p:cNvPr id="34" name="AutoShape 34"/>
          <p:cNvSpPr/>
          <p:nvPr/>
        </p:nvSpPr>
        <p:spPr>
          <a:xfrm>
            <a:off x="1398905" y="5842000"/>
            <a:ext cx="9501505" cy="508000"/>
          </a:xfrm>
          <a:prstGeom prst="rect">
            <a:avLst/>
          </a:prstGeom>
          <a:noFill/>
          <a:ln w="12700" cap="flat" cmpd="sng">
            <a:noFill/>
            <a:prstDash val="solid"/>
            <a:round/>
          </a:ln>
        </p:spPr>
        <p:txBody>
          <a:bodyPr vert="horz" wrap="square" lIns="0" tIns="0" rIns="0" bIns="0" rtlCol="0" anchor="ctr">
            <a:noAutofit/>
          </a:bodyPr>
          <a:lstStyle/>
          <a:p>
            <a:pPr marL="0" indent="0" algn="ctr">
              <a:lnSpc>
                <a:spcPct val="125000"/>
              </a:lnSpc>
              <a:defRPr/>
            </a:pPr>
            <a:r>
              <a:rPr lang="en-US" sz="1200" b="0" i="1" u="none" strike="noStrike">
                <a:solidFill>
                  <a:srgbClr val="6B7280"/>
                </a:solidFill>
                <a:latin typeface="Biennale"/>
                <a:ea typeface="Biennale"/>
                <a:cs typeface="Biennale"/>
                <a:sym typeface="Biennale"/>
              </a:rPr>
              <a:t>“</a:t>
            </a:r>
            <a:r>
              <a:rPr lang="en-US" sz="1200" b="1" i="1">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当前采购管理中最突出的痛点在于采购配额管理与订单分配缺乏统一的系统管控载体</a:t>
            </a:r>
            <a:r>
              <a:rPr lang="en-US" sz="1200" b="0" i="1"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0" i="1" u="none" strike="noStrike">
                <a:solidFill>
                  <a:srgbClr val="6B7280"/>
                </a:solidFill>
                <a:latin typeface="Biennale"/>
                <a:ea typeface="Biennale"/>
                <a:cs typeface="Biennale"/>
                <a:sym typeface="Biennale"/>
              </a:rPr>
              <a:t>”</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28625" y="6517632"/>
            <a:ext cx="1354217" cy="153888"/>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Atos Confidential</a:t>
            </a:r>
            <a:endParaRPr lang="en-US" sz="1100"/>
          </a:p>
        </p:txBody>
      </p:sp>
      <p:sp>
        <p:nvSpPr>
          <p:cNvPr id="3" name="Freeform 3"/>
          <p:cNvSpPr/>
          <p:nvPr/>
        </p:nvSpPr>
        <p:spPr>
          <a:xfrm>
            <a:off x="10944224" y="6446085"/>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pic>
        <p:nvPicPr>
          <p:cNvPr id="4" name="Picture 4"/>
          <p:cNvPicPr>
            <a:picLocks noChangeAspect="1"/>
          </p:cNvPicPr>
          <p:nvPr/>
        </p:nvPicPr>
        <p:blipFill>
          <a:blip r:embed="rId19"/>
          <a:srcRect/>
          <a:stretch>
            <a:fillRect/>
          </a:stretch>
        </p:blipFill>
        <p:spPr>
          <a:xfrm>
            <a:off x="287947" y="6412870"/>
            <a:ext cx="1742736" cy="343961"/>
          </a:xfrm>
          <a:prstGeom prst="rect">
            <a:avLst/>
          </a:prstGeom>
          <a:noFill/>
          <a:ln w="25400" cap="flat" cmpd="sng">
            <a:noFill/>
            <a:prstDash val="solid"/>
            <a:round/>
          </a:ln>
        </p:spPr>
      </p:pic>
      <p:sp>
        <p:nvSpPr>
          <p:cNvPr id="5" name="AutoShape 5"/>
          <p:cNvSpPr>
            <a:spLocks noGrp="1"/>
          </p:cNvSpPr>
          <p:nvPr>
            <p:ph type="body" sz="quarter" idx="4294967295" hasCustomPrompt="1"/>
          </p:nvPr>
        </p:nvSpPr>
        <p:spPr>
          <a:xfrm>
            <a:off x="428624" y="291451"/>
            <a:ext cx="11337925" cy="912315"/>
          </a:xfrm>
          <a:prstGeom prst="rect">
            <a:avLst/>
          </a:prstGeom>
        </p:spPr>
        <p:txBody>
          <a:bodyPr wrap="square" lIns="0" tIns="0" rIns="0" bIns="0" anchor="t">
            <a:noAutofit/>
          </a:bodyPr>
          <a:lstStyle>
            <a:lvl1pPr algn="l">
              <a:lnSpc>
                <a:spcPct val="100000"/>
              </a:lnSpc>
              <a:defRPr sz="2800" b="1" i="0" u="none" strike="noStrike" spc="0">
                <a:solidFill>
                  <a:srgbClr val="0073E6">
                    <a:alpha val="100000"/>
                  </a:srgbClr>
                </a:solidFill>
                <a:latin typeface="Biennale Bold"/>
              </a:defRPr>
            </a:lvl1pPr>
          </a:lstStyle>
          <a:p>
            <a:pPr marL="0" indent="0" algn="l">
              <a:lnSpc>
                <a:spcPct val="100000"/>
              </a:lnSpc>
            </a:pPr>
            <a:r>
              <a:rPr lang="en-US" sz="2800" b="1" i="0" u="none" strike="noStrike">
                <a:solidFill>
                  <a:srgbClr val="0073E6"/>
                </a:solidFill>
                <a:latin typeface="Biennale Bold"/>
                <a:ea typeface="Biennale Bold"/>
                <a:cs typeface="Biennale Bold"/>
                <a:sym typeface="Biennale Bold"/>
              </a:rPr>
              <a:t>SAP为核心构建采购价格与货源策略一体化管控体系</a:t>
            </a:r>
            <a:br>
              <a:rPr lang="en-US" sz="2800" b="1" i="0" u="none" strike="noStrike">
                <a:solidFill>
                  <a:srgbClr val="0073E6"/>
                </a:solidFill>
                <a:latin typeface="Biennale Bold"/>
                <a:ea typeface="Biennale Bold"/>
                <a:cs typeface="Biennale Bold"/>
                <a:sym typeface="Biennale Bold"/>
              </a:rPr>
            </a:br>
            <a:br>
              <a:rPr lang="en-US" sz="2800" b="1" i="0" u="none" strike="noStrike">
                <a:solidFill>
                  <a:srgbClr val="0073E6"/>
                </a:solidFill>
                <a:latin typeface="Biennale Bold"/>
                <a:ea typeface="Biennale Bold"/>
                <a:cs typeface="Biennale Bold"/>
                <a:sym typeface="Biennale Bold"/>
              </a:rPr>
            </a:br>
            <a:endParaRPr lang="en-US" sz="2800" b="1" i="0" u="none" strike="noStrike">
              <a:solidFill>
                <a:srgbClr val="0073E6"/>
              </a:solidFill>
              <a:latin typeface="Biennale Bold"/>
              <a:ea typeface="Biennale Bold"/>
              <a:cs typeface="Biennale Bold"/>
              <a:sym typeface="Biennale Bold"/>
            </a:endParaRPr>
          </a:p>
        </p:txBody>
      </p:sp>
      <p:sp>
        <p:nvSpPr>
          <p:cNvPr id="6" name="AutoShape 6"/>
          <p:cNvSpPr/>
          <p:nvPr/>
        </p:nvSpPr>
        <p:spPr>
          <a:xfrm>
            <a:off x="508000" y="1524000"/>
            <a:ext cx="5080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563EB"/>
                </a:solidFill>
                <a:latin typeface="Biennale"/>
                <a:ea typeface="Biennale"/>
                <a:cs typeface="Biennale"/>
                <a:sym typeface="Biennale"/>
              </a:rPr>
              <a:t>01</a:t>
            </a:r>
            <a:r>
              <a:rPr lang="en-US" sz="16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专题定位</a:t>
            </a:r>
            <a:endParaRPr lang="en-US" sz="1100"/>
          </a:p>
        </p:txBody>
      </p:sp>
      <p:sp>
        <p:nvSpPr>
          <p:cNvPr id="7" name="AutoShape 7"/>
          <p:cNvSpPr/>
          <p:nvPr/>
        </p:nvSpPr>
        <p:spPr>
          <a:xfrm>
            <a:off x="508000" y="2032000"/>
            <a:ext cx="508000" cy="38100"/>
          </a:xfrm>
          <a:prstGeom prst="roundRect">
            <a:avLst>
              <a:gd name="adj" fmla="val 0"/>
            </a:avLst>
          </a:prstGeom>
          <a:solidFill>
            <a:srgbClr val="2563EB">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8" name="AutoShape 8"/>
          <p:cNvSpPr/>
          <p:nvPr/>
        </p:nvSpPr>
        <p:spPr>
          <a:xfrm>
            <a:off x="508000" y="2351405"/>
            <a:ext cx="5080000" cy="24257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以</a:t>
            </a:r>
            <a:r>
              <a:rPr lang="en-US" sz="1200" b="0" i="0" u="none" strike="noStrike">
                <a:solidFill>
                  <a:srgbClr val="374151"/>
                </a:solidFill>
                <a:latin typeface="Biennale"/>
                <a:ea typeface="Biennale"/>
                <a:cs typeface="Biennale"/>
                <a:sym typeface="Biennale"/>
              </a:rPr>
              <a:t>SAP S/4HANA</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作为集团采购执行与控制的核心引擎，以</a:t>
            </a:r>
            <a:r>
              <a:rPr lang="en-US" sz="1200" b="0" i="0" u="none" strike="noStrike">
                <a:solidFill>
                  <a:srgbClr val="374151"/>
                </a:solidFill>
                <a:latin typeface="Biennale"/>
                <a:ea typeface="Biennale"/>
                <a:cs typeface="Biennale"/>
                <a:sym typeface="Biennale"/>
              </a:rPr>
              <a:t>SRM</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为前端供应商协同及询比价交互平台，通过统一标准化的采购价格主数据、合格货源清单、供应商配额分配机制、采购订单审批流及异常审计规则，打通从采购需求提报、寻源定价、合同签订、订单下达的全流程数据链路，形成</a:t>
            </a:r>
            <a:r>
              <a:rPr lang="en-US" sz="1200" b="0" i="0" u="none" strike="noStrike">
                <a:solidFill>
                  <a:srgbClr val="374151"/>
                </a:solidFill>
                <a:latin typeface="Biennale"/>
                <a:ea typeface="Biennale"/>
                <a:cs typeface="Biennale"/>
                <a:sym typeface="Biennale"/>
              </a:rPr>
              <a:t>“</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计划</a:t>
            </a:r>
            <a:r>
              <a:rPr lang="en-US" sz="1200" b="0" i="0" u="none" strike="noStrike">
                <a:solidFill>
                  <a:srgbClr val="374151"/>
                </a:solidFill>
                <a:latin typeface="Biennale"/>
                <a:ea typeface="Biennale"/>
                <a:cs typeface="Biennale"/>
                <a:sym typeface="Biennale"/>
              </a:rPr>
              <a:t>-</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a:t>
            </a:r>
            <a:r>
              <a:rPr lang="en-US" sz="1200" b="0" i="0" u="none" strike="noStrike">
                <a:solidFill>
                  <a:srgbClr val="374151"/>
                </a:solidFill>
                <a:latin typeface="Biennale"/>
                <a:ea typeface="Biennale"/>
                <a:cs typeface="Biennale"/>
                <a:sym typeface="Biennale"/>
              </a:rPr>
              <a:t>-</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监控</a:t>
            </a:r>
            <a:r>
              <a:rPr lang="en-US" sz="1200" b="0" i="0" u="none" strike="noStrike">
                <a:solidFill>
                  <a:srgbClr val="374151"/>
                </a:solidFill>
                <a:latin typeface="Biennale"/>
                <a:ea typeface="Biennale"/>
                <a:cs typeface="Biennale"/>
                <a:sym typeface="Biennale"/>
              </a:rPr>
              <a:t>-</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a:t>
            </a:r>
            <a:r>
              <a:rPr lang="en-US" sz="1200" b="0" i="0" u="none" strike="noStrike">
                <a:solidFill>
                  <a:srgbClr val="374151"/>
                </a:solidFill>
                <a:latin typeface="Biennale"/>
                <a:ea typeface="Biennale"/>
                <a:cs typeface="Biennale"/>
                <a:sym typeface="Biennale"/>
              </a:rPr>
              <a:t>”</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的集团级采购管理系统闭环，实现采购业务的规范化、透明化与智能化管控，为企业降本增效与合规经营提供坚实的数字化支撑。</a:t>
            </a:r>
            <a:endParaRPr lang="en-US" sz="1100"/>
          </a:p>
        </p:txBody>
      </p:sp>
      <p:sp>
        <p:nvSpPr>
          <p:cNvPr id="9" name="AutoShape 9"/>
          <p:cNvSpPr/>
          <p:nvPr/>
        </p:nvSpPr>
        <p:spPr>
          <a:xfrm>
            <a:off x="5969000" y="1524000"/>
            <a:ext cx="5715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563EB"/>
                </a:solidFill>
                <a:latin typeface="Biennale"/>
                <a:ea typeface="Biennale"/>
                <a:cs typeface="Biennale"/>
                <a:sym typeface="Biennale"/>
              </a:rPr>
              <a:t>02</a:t>
            </a:r>
            <a:r>
              <a:rPr lang="en-US" sz="16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建设目标</a:t>
            </a:r>
            <a:endParaRPr lang="en-US" sz="1100"/>
          </a:p>
        </p:txBody>
      </p:sp>
      <p:sp>
        <p:nvSpPr>
          <p:cNvPr id="10" name="AutoShape 10"/>
          <p:cNvSpPr/>
          <p:nvPr/>
        </p:nvSpPr>
        <p:spPr>
          <a:xfrm>
            <a:off x="5969000" y="2032000"/>
            <a:ext cx="508000" cy="38100"/>
          </a:xfrm>
          <a:prstGeom prst="roundRect">
            <a:avLst>
              <a:gd name="adj" fmla="val 0"/>
            </a:avLst>
          </a:prstGeom>
          <a:solidFill>
            <a:srgbClr val="2563EB">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1" name="AutoShape 11"/>
          <p:cNvSpPr/>
          <p:nvPr>
            <p:custDataLst>
              <p:tags r:id="rId1"/>
            </p:custDataLst>
          </p:nvPr>
        </p:nvSpPr>
        <p:spPr>
          <a:xfrm>
            <a:off x="5969000" y="2286000"/>
            <a:ext cx="2730500" cy="1460500"/>
          </a:xfrm>
          <a:prstGeom prst="roundRect">
            <a:avLst>
              <a:gd name="adj" fmla="val 0"/>
            </a:avLst>
          </a:prstGeom>
          <a:solidFill>
            <a:srgbClr val="2563EB">
              <a:alpha val="6000"/>
            </a:srgbClr>
          </a:solidFill>
          <a:ln w="12700" cap="flat" cmpd="sng">
            <a:solidFill>
              <a:srgbClr val="0C4AD2">
                <a:alpha val="6000"/>
              </a:srgbClr>
            </a:solidFill>
            <a:prstDash val="solid"/>
            <a:round/>
          </a:ln>
        </p:spPr>
        <p:txBody>
          <a:bodyPr vert="horz" wrap="square" lIns="0" tIns="0" rIns="0" bIns="0" rtlCol="0" anchor="ctr" anchorCtr="0"/>
          <a:lstStyle/>
          <a:p>
            <a:pPr algn="ctr">
              <a:defRPr/>
            </a:pPr>
            <a:endParaRPr/>
          </a:p>
        </p:txBody>
      </p:sp>
      <p:pic>
        <p:nvPicPr>
          <p:cNvPr id="12" name="Picture 12"/>
          <p:cNvPicPr>
            <a:picLocks noChangeAspect="1"/>
          </p:cNvPicPr>
          <p:nvPr>
            <p:custDataLst>
              <p:tags r:id="rId2"/>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121400" y="2438400"/>
            <a:ext cx="279400" cy="279400"/>
          </a:xfrm>
          <a:prstGeom prst="rect">
            <a:avLst/>
          </a:prstGeom>
        </p:spPr>
      </p:pic>
      <p:sp>
        <p:nvSpPr>
          <p:cNvPr id="13" name="AutoShape 13"/>
          <p:cNvSpPr/>
          <p:nvPr>
            <p:custDataLst>
              <p:tags r:id="rId3"/>
            </p:custDataLst>
          </p:nvPr>
        </p:nvSpPr>
        <p:spPr>
          <a:xfrm>
            <a:off x="6477000" y="2413000"/>
            <a:ext cx="22225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配额维护标准化</a:t>
            </a:r>
            <a:endParaRPr lang="en-US" sz="1100"/>
          </a:p>
        </p:txBody>
      </p:sp>
      <p:sp>
        <p:nvSpPr>
          <p:cNvPr id="14" name="AutoShape 14"/>
          <p:cNvSpPr/>
          <p:nvPr>
            <p:custDataLst>
              <p:tags r:id="rId4"/>
            </p:custDataLst>
          </p:nvPr>
        </p:nvSpPr>
        <p:spPr>
          <a:xfrm>
            <a:off x="6121400" y="2819400"/>
            <a:ext cx="24765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建立基于物料编码的供应商配额管理体系，按招标确定比例维护配额协议，支持批量导入与文本备注，实现配额全生命周期可追溯。</a:t>
            </a:r>
            <a:endParaRPr lang="en-US" sz="1100"/>
          </a:p>
        </p:txBody>
      </p:sp>
      <p:sp>
        <p:nvSpPr>
          <p:cNvPr id="15" name="AutoShape 15"/>
          <p:cNvSpPr/>
          <p:nvPr>
            <p:custDataLst>
              <p:tags r:id="rId5"/>
            </p:custDataLst>
          </p:nvPr>
        </p:nvSpPr>
        <p:spPr>
          <a:xfrm>
            <a:off x="8826500" y="2286000"/>
            <a:ext cx="2730500" cy="1460500"/>
          </a:xfrm>
          <a:prstGeom prst="roundRect">
            <a:avLst>
              <a:gd name="adj" fmla="val 0"/>
            </a:avLst>
          </a:prstGeom>
          <a:solidFill>
            <a:srgbClr val="2563EB">
              <a:alpha val="6000"/>
            </a:srgbClr>
          </a:solidFill>
          <a:ln w="12700" cap="flat" cmpd="sng">
            <a:solidFill>
              <a:srgbClr val="0C4AD2">
                <a:alpha val="6000"/>
              </a:srgbClr>
            </a:solidFill>
            <a:prstDash val="solid"/>
            <a:round/>
          </a:ln>
        </p:spPr>
        <p:txBody>
          <a:bodyPr vert="horz" wrap="square" lIns="0" tIns="0" rIns="0" bIns="0" rtlCol="0" anchor="ctr" anchorCtr="0"/>
          <a:lstStyle/>
          <a:p>
            <a:pPr algn="ctr">
              <a:defRPr/>
            </a:pPr>
            <a:endParaRPr/>
          </a:p>
        </p:txBody>
      </p:sp>
      <p:pic>
        <p:nvPicPr>
          <p:cNvPr id="16" name="Picture 16"/>
          <p:cNvPicPr>
            <a:picLocks noChangeAspect="1"/>
          </p:cNvPicPr>
          <p:nvPr>
            <p:custDataLst>
              <p:tags r:id="rId6"/>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8978900" y="2438400"/>
            <a:ext cx="279400" cy="279400"/>
          </a:xfrm>
          <a:prstGeom prst="rect">
            <a:avLst/>
          </a:prstGeom>
        </p:spPr>
      </p:pic>
      <p:sp>
        <p:nvSpPr>
          <p:cNvPr id="17" name="AutoShape 17"/>
          <p:cNvSpPr/>
          <p:nvPr>
            <p:custDataLst>
              <p:tags r:id="rId7"/>
            </p:custDataLst>
          </p:nvPr>
        </p:nvSpPr>
        <p:spPr>
          <a:xfrm>
            <a:off x="9334500" y="2413000"/>
            <a:ext cx="22225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分配执行自动化</a:t>
            </a:r>
            <a:endParaRPr lang="en-US" sz="1100"/>
          </a:p>
        </p:txBody>
      </p:sp>
      <p:sp>
        <p:nvSpPr>
          <p:cNvPr id="18" name="AutoShape 18"/>
          <p:cNvSpPr/>
          <p:nvPr>
            <p:custDataLst>
              <p:tags r:id="rId8"/>
            </p:custDataLst>
          </p:nvPr>
        </p:nvSpPr>
        <p:spPr>
          <a:xfrm>
            <a:off x="8978900" y="2819400"/>
            <a:ext cx="24765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采购申请或MRP运行时自动触发配额分配逻辑，系统按预设比例自动切分订单至各供应商，减少人工干预，确保执行匹配策略。</a:t>
            </a:r>
            <a:endParaRPr lang="en-US" sz="1100"/>
          </a:p>
        </p:txBody>
      </p:sp>
      <p:sp>
        <p:nvSpPr>
          <p:cNvPr id="19" name="AutoShape 19"/>
          <p:cNvSpPr/>
          <p:nvPr>
            <p:custDataLst>
              <p:tags r:id="rId9"/>
            </p:custDataLst>
          </p:nvPr>
        </p:nvSpPr>
        <p:spPr>
          <a:xfrm>
            <a:off x="5969000" y="3873500"/>
            <a:ext cx="2730500" cy="1460500"/>
          </a:xfrm>
          <a:prstGeom prst="roundRect">
            <a:avLst>
              <a:gd name="adj" fmla="val 0"/>
            </a:avLst>
          </a:prstGeom>
          <a:solidFill>
            <a:srgbClr val="2563EB">
              <a:alpha val="6000"/>
            </a:srgbClr>
          </a:solidFill>
          <a:ln w="12700" cap="flat" cmpd="sng">
            <a:solidFill>
              <a:srgbClr val="0C4AD2">
                <a:alpha val="6000"/>
              </a:srgbClr>
            </a:solidFill>
            <a:prstDash val="solid"/>
            <a:round/>
          </a:ln>
        </p:spPr>
        <p:txBody>
          <a:bodyPr vert="horz" wrap="square" lIns="0" tIns="0" rIns="0" bIns="0" rtlCol="0" anchor="ctr" anchorCtr="0"/>
          <a:lstStyle/>
          <a:p>
            <a:pPr algn="ctr">
              <a:defRPr/>
            </a:pPr>
            <a:endParaRPr/>
          </a:p>
        </p:txBody>
      </p:sp>
      <p:pic>
        <p:nvPicPr>
          <p:cNvPr id="20" name="Picture 20"/>
          <p:cNvPicPr>
            <a:picLocks noChangeAspect="1"/>
          </p:cNvPicPr>
          <p:nvPr>
            <p:custDataLst>
              <p:tags r:id="rId10"/>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6121400" y="4025900"/>
            <a:ext cx="279400" cy="279400"/>
          </a:xfrm>
          <a:prstGeom prst="rect">
            <a:avLst/>
          </a:prstGeom>
        </p:spPr>
      </p:pic>
      <p:sp>
        <p:nvSpPr>
          <p:cNvPr id="21" name="AutoShape 21"/>
          <p:cNvSpPr/>
          <p:nvPr>
            <p:custDataLst>
              <p:tags r:id="rId11"/>
            </p:custDataLst>
          </p:nvPr>
        </p:nvSpPr>
        <p:spPr>
          <a:xfrm>
            <a:off x="6477000" y="4000500"/>
            <a:ext cx="22225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异常审批刚性化</a:t>
            </a:r>
            <a:endParaRPr lang="en-US" sz="1100"/>
          </a:p>
        </p:txBody>
      </p:sp>
      <p:sp>
        <p:nvSpPr>
          <p:cNvPr id="22" name="AutoShape 22"/>
          <p:cNvSpPr/>
          <p:nvPr>
            <p:custDataLst>
              <p:tags r:id="rId12"/>
            </p:custDataLst>
          </p:nvPr>
        </p:nvSpPr>
        <p:spPr>
          <a:xfrm>
            <a:off x="6121400" y="4406900"/>
            <a:ext cx="2476500" cy="825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将供应商份额策略直接落地为</a:t>
            </a:r>
            <a:r>
              <a:rPr lang="en-US" sz="1100" b="0" i="0" u="none" strike="noStrike">
                <a:solidFill>
                  <a:srgbClr val="4B5563"/>
                </a:solidFill>
                <a:latin typeface="Biennale"/>
                <a:ea typeface="Biennale"/>
                <a:cs typeface="Biennale"/>
                <a:sym typeface="Biennale"/>
              </a:rPr>
              <a:t>SAP</a:t>
            </a: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系统内的配额协议，实现采购订单按预设比例自动分配，优化供应商资源利用与风险分担。</a:t>
            </a:r>
            <a:endParaRPr lang="en-US" sz="1100"/>
          </a:p>
        </p:txBody>
      </p:sp>
      <p:sp>
        <p:nvSpPr>
          <p:cNvPr id="23" name="AutoShape 23"/>
          <p:cNvSpPr/>
          <p:nvPr>
            <p:custDataLst>
              <p:tags r:id="rId13"/>
            </p:custDataLst>
          </p:nvPr>
        </p:nvSpPr>
        <p:spPr>
          <a:xfrm>
            <a:off x="8826500" y="3873500"/>
            <a:ext cx="2730500" cy="1460500"/>
          </a:xfrm>
          <a:prstGeom prst="roundRect">
            <a:avLst>
              <a:gd name="adj" fmla="val 0"/>
            </a:avLst>
          </a:prstGeom>
          <a:solidFill>
            <a:srgbClr val="2563EB">
              <a:alpha val="6000"/>
            </a:srgbClr>
          </a:solidFill>
          <a:ln w="12700" cap="flat" cmpd="sng">
            <a:solidFill>
              <a:srgbClr val="0C4AD2">
                <a:alpha val="6000"/>
              </a:srgbClr>
            </a:solidFill>
            <a:prstDash val="solid"/>
            <a:round/>
          </a:ln>
        </p:spPr>
        <p:txBody>
          <a:bodyPr vert="horz" wrap="square" lIns="0" tIns="0" rIns="0" bIns="0" rtlCol="0" anchor="ctr" anchorCtr="0"/>
          <a:lstStyle/>
          <a:p>
            <a:pPr algn="ctr">
              <a:defRPr/>
            </a:pPr>
            <a:endParaRPr/>
          </a:p>
        </p:txBody>
      </p:sp>
      <p:pic>
        <p:nvPicPr>
          <p:cNvPr id="24" name="Picture 24"/>
          <p:cNvPicPr>
            <a:picLocks noChangeAspect="1"/>
          </p:cNvPicPr>
          <p:nvPr>
            <p:custDataLst>
              <p:tags r:id="rId14"/>
            </p:custDataLst>
          </p:nvPr>
        </p:nvPicPr>
        <p:blipFill>
          <a:blip>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8978900" y="4025900"/>
            <a:ext cx="279400" cy="279400"/>
          </a:xfrm>
          <a:prstGeom prst="rect">
            <a:avLst/>
          </a:prstGeom>
        </p:spPr>
      </p:pic>
      <p:sp>
        <p:nvSpPr>
          <p:cNvPr id="25" name="AutoShape 25"/>
          <p:cNvSpPr/>
          <p:nvPr>
            <p:custDataLst>
              <p:tags r:id="rId15"/>
            </p:custDataLst>
          </p:nvPr>
        </p:nvSpPr>
        <p:spPr>
          <a:xfrm>
            <a:off x="9334500" y="4000500"/>
            <a:ext cx="22225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审计追溯可视化</a:t>
            </a:r>
            <a:endParaRPr lang="en-US" sz="1100"/>
          </a:p>
        </p:txBody>
      </p:sp>
      <p:sp>
        <p:nvSpPr>
          <p:cNvPr id="26" name="AutoShape 26"/>
          <p:cNvSpPr/>
          <p:nvPr>
            <p:custDataLst>
              <p:tags r:id="rId16"/>
            </p:custDataLst>
          </p:nvPr>
        </p:nvSpPr>
        <p:spPr>
          <a:xfrm>
            <a:off x="8978900" y="4406900"/>
            <a:ext cx="2476500" cy="825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建立采购分配审计报表，支持历史分配情况查询与配额执行偏差分析，实现分配全链路可追溯，支撑内部审计与合规管控。</a:t>
            </a:r>
            <a:endParaRPr lang="en-US" sz="1100"/>
          </a:p>
        </p:txBody>
      </p:sp>
      <p:sp>
        <p:nvSpPr>
          <p:cNvPr id="27" name="AutoShape 27"/>
          <p:cNvSpPr/>
          <p:nvPr/>
        </p:nvSpPr>
        <p:spPr>
          <a:xfrm>
            <a:off x="508000" y="5524500"/>
            <a:ext cx="11176000" cy="762000"/>
          </a:xfrm>
          <a:prstGeom prst="roundRect">
            <a:avLst>
              <a:gd name="adj" fmla="val 0"/>
            </a:avLst>
          </a:prstGeom>
          <a:solidFill>
            <a:srgbClr val="1E3A8A">
              <a:alpha val="8000"/>
            </a:srgbClr>
          </a:solidFill>
          <a:ln w="25400" cap="flat" cmpd="sng">
            <a:noFill/>
            <a:prstDash val="solid"/>
            <a:round/>
          </a:ln>
        </p:spPr>
        <p:txBody>
          <a:bodyPr vert="horz" wrap="square" lIns="0" tIns="0" rIns="0" bIns="0" rtlCol="0" anchor="ctr" anchorCtr="0"/>
          <a:lstStyle/>
          <a:p>
            <a:pPr algn="ctr">
              <a:defRPr/>
            </a:pPr>
            <a:endParaRPr/>
          </a:p>
        </p:txBody>
      </p:sp>
      <p:sp>
        <p:nvSpPr>
          <p:cNvPr id="28" name="AutoShape 28"/>
          <p:cNvSpPr/>
          <p:nvPr/>
        </p:nvSpPr>
        <p:spPr>
          <a:xfrm>
            <a:off x="635000" y="5651500"/>
            <a:ext cx="10922000" cy="635000"/>
          </a:xfrm>
          <a:prstGeom prst="rect">
            <a:avLst/>
          </a:prstGeom>
          <a:noFill/>
          <a:ln w="12700" cap="flat" cmpd="sng">
            <a:noFill/>
            <a:prstDash val="solid"/>
            <a:round/>
          </a:ln>
        </p:spPr>
        <p:txBody>
          <a:bodyPr vert="horz" wrap="square" lIns="0" tIns="0" rIns="0" bIns="0" rtlCol="0" anchor="ctr">
            <a:noAutofit/>
          </a:bodyPr>
          <a:lstStyle/>
          <a:p>
            <a:pPr marL="0" indent="0" algn="ctr">
              <a:lnSpc>
                <a:spcPct val="100000"/>
              </a:lnSpc>
              <a:defRPr/>
            </a:pPr>
            <a:r>
              <a:rPr lang="en-US" sz="13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核心价值：实现采购管理从</a:t>
            </a:r>
            <a:r>
              <a:rPr lang="en-US" sz="1300" b="1" i="0" u="none" strike="noStrike">
                <a:solidFill>
                  <a:srgbClr val="1E3A8A"/>
                </a:solidFill>
                <a:latin typeface="Biennale"/>
                <a:ea typeface="Biennale"/>
                <a:cs typeface="Biennale"/>
                <a:sym typeface="Biennale"/>
              </a:rPr>
              <a:t>“</a:t>
            </a:r>
            <a:r>
              <a:rPr lang="en-US" sz="13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分散管控</a:t>
            </a:r>
            <a:r>
              <a:rPr lang="en-US" sz="1300" b="1" i="0" u="none" strike="noStrike">
                <a:solidFill>
                  <a:srgbClr val="1E3A8A"/>
                </a:solidFill>
                <a:latin typeface="Biennale"/>
                <a:ea typeface="Biennale"/>
                <a:cs typeface="Biennale"/>
                <a:sym typeface="Biennale"/>
              </a:rPr>
              <a:t>”</a:t>
            </a:r>
            <a:r>
              <a:rPr lang="en-US" sz="13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到</a:t>
            </a:r>
            <a:r>
              <a:rPr lang="en-US" sz="1300" b="1" i="0" u="none" strike="noStrike">
                <a:solidFill>
                  <a:srgbClr val="1E3A8A"/>
                </a:solidFill>
                <a:latin typeface="Biennale"/>
                <a:ea typeface="Biennale"/>
                <a:cs typeface="Biennale"/>
                <a:sym typeface="Biennale"/>
              </a:rPr>
              <a:t>“</a:t>
            </a:r>
            <a:r>
              <a:rPr lang="en-US" sz="13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集约</a:t>
            </a:r>
            <a:r>
              <a:rPr lang="zh-CN" altLang="en-US" sz="13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管控</a:t>
            </a:r>
            <a:r>
              <a:rPr lang="en-US" sz="1300" b="1" i="0" u="none" strike="noStrike">
                <a:solidFill>
                  <a:srgbClr val="1E3A8A"/>
                </a:solidFill>
                <a:latin typeface="Biennale"/>
                <a:ea typeface="Biennale"/>
                <a:cs typeface="Biennale"/>
                <a:sym typeface="Biennale"/>
              </a:rPr>
              <a:t>”</a:t>
            </a:r>
            <a:r>
              <a:rPr lang="en-US" sz="13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、从</a:t>
            </a:r>
            <a:r>
              <a:rPr lang="en-US" sz="1300" b="1" i="0" u="none" strike="noStrike">
                <a:solidFill>
                  <a:srgbClr val="1E3A8A"/>
                </a:solidFill>
                <a:latin typeface="Biennale"/>
                <a:ea typeface="Biennale"/>
                <a:cs typeface="Biennale"/>
                <a:sym typeface="Biennale"/>
              </a:rPr>
              <a:t>“</a:t>
            </a:r>
            <a:r>
              <a:rPr lang="en-US" sz="13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人工管控</a:t>
            </a:r>
            <a:r>
              <a:rPr lang="en-US" sz="1300" b="1" i="0" u="none" strike="noStrike">
                <a:solidFill>
                  <a:srgbClr val="1E3A8A"/>
                </a:solidFill>
                <a:latin typeface="Biennale"/>
                <a:ea typeface="Biennale"/>
                <a:cs typeface="Biennale"/>
                <a:sym typeface="Biennale"/>
              </a:rPr>
              <a:t>”</a:t>
            </a:r>
            <a:r>
              <a:rPr lang="en-US" sz="13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到</a:t>
            </a:r>
            <a:r>
              <a:rPr lang="en-US" sz="1300" b="1" i="0" u="none" strike="noStrike">
                <a:solidFill>
                  <a:srgbClr val="1E3A8A"/>
                </a:solidFill>
                <a:latin typeface="Biennale"/>
                <a:ea typeface="Biennale"/>
                <a:cs typeface="Biennale"/>
                <a:sym typeface="Biennale"/>
              </a:rPr>
              <a:t>“</a:t>
            </a:r>
            <a:r>
              <a:rPr lang="en-US" sz="13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系统自动</a:t>
            </a:r>
            <a:r>
              <a:rPr lang="en-US" sz="1300" b="1" i="0" u="none" strike="noStrike">
                <a:solidFill>
                  <a:srgbClr val="1E3A8A"/>
                </a:solidFill>
                <a:latin typeface="Biennale"/>
                <a:ea typeface="Biennale"/>
                <a:cs typeface="Biennale"/>
                <a:sym typeface="Biennale"/>
              </a:rPr>
              <a:t>”</a:t>
            </a:r>
            <a:r>
              <a:rPr lang="en-US" sz="13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、从</a:t>
            </a:r>
            <a:r>
              <a:rPr lang="en-US" sz="1300" b="1" i="0" u="none" strike="noStrike">
                <a:solidFill>
                  <a:srgbClr val="1E3A8A"/>
                </a:solidFill>
                <a:latin typeface="Biennale"/>
                <a:ea typeface="Biennale"/>
                <a:cs typeface="Biennale"/>
                <a:sym typeface="Biennale"/>
              </a:rPr>
              <a:t>“</a:t>
            </a:r>
            <a:r>
              <a:rPr lang="en-US" sz="13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事后核算</a:t>
            </a:r>
            <a:r>
              <a:rPr lang="en-US" sz="1300" b="1" i="0" u="none" strike="noStrike">
                <a:solidFill>
                  <a:srgbClr val="1E3A8A"/>
                </a:solidFill>
                <a:latin typeface="Biennale"/>
                <a:ea typeface="Biennale"/>
                <a:cs typeface="Biennale"/>
                <a:sym typeface="Biennale"/>
              </a:rPr>
              <a:t>”</a:t>
            </a:r>
            <a:r>
              <a:rPr lang="en-US" sz="13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到</a:t>
            </a:r>
            <a:r>
              <a:rPr lang="en-US" sz="1300" b="1" i="0" u="none" strike="noStrike">
                <a:solidFill>
                  <a:srgbClr val="1E3A8A"/>
                </a:solidFill>
                <a:latin typeface="Biennale"/>
                <a:ea typeface="Biennale"/>
                <a:cs typeface="Biennale"/>
                <a:sym typeface="Biennale"/>
              </a:rPr>
              <a:t>“</a:t>
            </a:r>
            <a:r>
              <a:rPr lang="en-US" sz="13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事前控制</a:t>
            </a:r>
            <a:r>
              <a:rPr lang="en-US" sz="1300" b="1" i="0" u="none" strike="noStrike">
                <a:solidFill>
                  <a:srgbClr val="1E3A8A"/>
                </a:solidFill>
                <a:latin typeface="Biennale"/>
                <a:ea typeface="Biennale"/>
                <a:cs typeface="Biennale"/>
                <a:sym typeface="Biennale"/>
              </a:rPr>
              <a:t>”</a:t>
            </a:r>
            <a:r>
              <a:rPr lang="en-US" sz="13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的三大数字化转变，构建阳光高效的采购管控新格局。</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28625" y="6517632"/>
            <a:ext cx="1354217" cy="153888"/>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Atos Confidential</a:t>
            </a:r>
            <a:endParaRPr lang="en-US" sz="1100"/>
          </a:p>
        </p:txBody>
      </p:sp>
      <p:sp>
        <p:nvSpPr>
          <p:cNvPr id="3" name="Freeform 3"/>
          <p:cNvSpPr/>
          <p:nvPr/>
        </p:nvSpPr>
        <p:spPr>
          <a:xfrm>
            <a:off x="10944224" y="6446085"/>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pic>
        <p:nvPicPr>
          <p:cNvPr id="4" name="Picture 4"/>
          <p:cNvPicPr>
            <a:picLocks noChangeAspect="1"/>
          </p:cNvPicPr>
          <p:nvPr/>
        </p:nvPicPr>
        <p:blipFill>
          <a:blip r:embed="rId3"/>
          <a:srcRect/>
          <a:stretch>
            <a:fillRect/>
          </a:stretch>
        </p:blipFill>
        <p:spPr>
          <a:xfrm>
            <a:off x="287947" y="6412870"/>
            <a:ext cx="1742736" cy="343961"/>
          </a:xfrm>
          <a:prstGeom prst="rect">
            <a:avLst/>
          </a:prstGeom>
          <a:noFill/>
          <a:ln w="25400" cap="flat" cmpd="sng">
            <a:noFill/>
            <a:prstDash val="solid"/>
            <a:round/>
          </a:ln>
        </p:spPr>
      </p:pic>
      <p:sp>
        <p:nvSpPr>
          <p:cNvPr id="5" name="AutoShape 5"/>
          <p:cNvSpPr/>
          <p:nvPr/>
        </p:nvSpPr>
        <p:spPr>
          <a:xfrm>
            <a:off x="428624" y="291451"/>
            <a:ext cx="11337925" cy="912315"/>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a:solidFill>
                  <a:srgbClr val="0073E6"/>
                </a:solidFill>
                <a:latin typeface="Biennale Bold"/>
                <a:ea typeface="Biennale Bold"/>
                <a:cs typeface="Biennale Bold"/>
                <a:sym typeface="Biennale Bold"/>
              </a:rPr>
              <a:t>三大管理成果实现配额管理智能化升级</a:t>
            </a:r>
            <a:br>
              <a:rPr lang="en-US" sz="2800" b="1" i="0" u="none" strike="noStrike">
                <a:solidFill>
                  <a:srgbClr val="0073E6"/>
                </a:solidFill>
                <a:latin typeface="Biennale Bold"/>
                <a:ea typeface="Biennale Bold"/>
                <a:cs typeface="Biennale Bold"/>
                <a:sym typeface="Biennale Bold"/>
              </a:rPr>
            </a:br>
            <a:endParaRPr lang="en-US" sz="1100"/>
          </a:p>
        </p:txBody>
      </p:sp>
      <p:sp>
        <p:nvSpPr>
          <p:cNvPr id="6" name="AutoShape 6"/>
          <p:cNvSpPr/>
          <p:nvPr/>
        </p:nvSpPr>
        <p:spPr>
          <a:xfrm>
            <a:off x="508000" y="1651000"/>
            <a:ext cx="101600" cy="1143000"/>
          </a:xfrm>
          <a:prstGeom prst="roundRect">
            <a:avLst>
              <a:gd name="adj" fmla="val 0"/>
            </a:avLst>
          </a:prstGeom>
          <a:solidFill>
            <a:srgbClr val="2563EB">
              <a:alpha val="100000"/>
            </a:srgbClr>
          </a:solidFill>
          <a:ln w="12700" cap="flat" cmpd="sng">
            <a:solidFill>
              <a:srgbClr val="0C4AD2">
                <a:alpha val="100000"/>
              </a:srgbClr>
            </a:solidFill>
            <a:prstDash val="solid"/>
            <a:round/>
          </a:ln>
        </p:spPr>
        <p:txBody>
          <a:bodyPr vert="horz" wrap="square" lIns="0" tIns="0" rIns="0" bIns="0" rtlCol="0" anchor="ctr" anchorCtr="0"/>
          <a:lstStyle/>
          <a:p>
            <a:pPr algn="ctr">
              <a:defRPr/>
            </a:pPr>
            <a:endParaRPr/>
          </a:p>
        </p:txBody>
      </p:sp>
      <p:sp>
        <p:nvSpPr>
          <p:cNvPr id="7" name="AutoShape 7"/>
          <p:cNvSpPr/>
          <p:nvPr/>
        </p:nvSpPr>
        <p:spPr>
          <a:xfrm>
            <a:off x="711200" y="1651000"/>
            <a:ext cx="10820400" cy="1143000"/>
          </a:xfrm>
          <a:prstGeom prst="roundRect">
            <a:avLst>
              <a:gd name="adj" fmla="val 0"/>
            </a:avLst>
          </a:prstGeom>
          <a:solidFill>
            <a:srgbClr val="F3F4F6">
              <a:alpha val="60000"/>
            </a:srgbClr>
          </a:solidFill>
          <a:ln w="12700" cap="flat" cmpd="sng">
            <a:solidFill>
              <a:srgbClr val="C4CCDD">
                <a:alpha val="60000"/>
              </a:srgbClr>
            </a:solidFill>
            <a:prstDash val="solid"/>
            <a:round/>
          </a:ln>
        </p:spPr>
        <p:txBody>
          <a:bodyPr vert="horz" wrap="square" lIns="0" tIns="0" rIns="0" bIns="0" rtlCol="0" anchor="ctr" anchorCtr="0"/>
          <a:lstStyle/>
          <a:p>
            <a:pPr algn="ctr">
              <a:defRPr/>
            </a:pPr>
            <a:endParaRPr/>
          </a:p>
        </p:txBody>
      </p:sp>
      <p:sp>
        <p:nvSpPr>
          <p:cNvPr id="8" name="AutoShape 8"/>
          <p:cNvSpPr/>
          <p:nvPr/>
        </p:nvSpPr>
        <p:spPr>
          <a:xfrm>
            <a:off x="914400" y="1714500"/>
            <a:ext cx="104140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000000"/>
                </a:solidFill>
                <a:latin typeface="Biennale"/>
                <a:ea typeface="Biennale"/>
                <a:cs typeface="Biennale"/>
                <a:sym typeface="Biennale"/>
              </a:rPr>
              <a:t>01</a:t>
            </a: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价格管理统一化</a:t>
            </a:r>
            <a:endParaRPr lang="en-US" sz="1100"/>
          </a:p>
          <a:p>
            <a:pPr marL="0" indent="0" algn="l">
              <a:lnSpc>
                <a:spcPct val="117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打破传统Excel台账模式，建立基于SAP标准配额协议的统一管理机制，按物料编码维护供应商配额比例，实现配额规则的标准化生效与全流程数据可追溯。</a:t>
            </a:r>
          </a:p>
        </p:txBody>
      </p:sp>
      <p:sp>
        <p:nvSpPr>
          <p:cNvPr id="9" name="AutoShape 9"/>
          <p:cNvSpPr/>
          <p:nvPr/>
        </p:nvSpPr>
        <p:spPr>
          <a:xfrm>
            <a:off x="508000" y="3048000"/>
            <a:ext cx="101600" cy="1143000"/>
          </a:xfrm>
          <a:prstGeom prst="roundRect">
            <a:avLst>
              <a:gd name="adj" fmla="val 0"/>
            </a:avLst>
          </a:prstGeom>
          <a:solidFill>
            <a:srgbClr val="2563EB">
              <a:alpha val="100000"/>
            </a:srgbClr>
          </a:solidFill>
          <a:ln w="12700" cap="flat" cmpd="sng">
            <a:solidFill>
              <a:srgbClr val="0C4AD2">
                <a:alpha val="100000"/>
              </a:srgbClr>
            </a:solidFill>
            <a:prstDash val="solid"/>
            <a:round/>
          </a:ln>
        </p:spPr>
        <p:txBody>
          <a:bodyPr vert="horz" wrap="square" lIns="0" tIns="0" rIns="0" bIns="0" rtlCol="0" anchor="ctr" anchorCtr="0"/>
          <a:lstStyle/>
          <a:p>
            <a:pPr algn="ctr">
              <a:defRPr/>
            </a:pPr>
            <a:endParaRPr/>
          </a:p>
        </p:txBody>
      </p:sp>
      <p:sp>
        <p:nvSpPr>
          <p:cNvPr id="10" name="AutoShape 10"/>
          <p:cNvSpPr/>
          <p:nvPr/>
        </p:nvSpPr>
        <p:spPr>
          <a:xfrm>
            <a:off x="711200" y="3048000"/>
            <a:ext cx="10820400" cy="1143000"/>
          </a:xfrm>
          <a:prstGeom prst="roundRect">
            <a:avLst>
              <a:gd name="adj" fmla="val 0"/>
            </a:avLst>
          </a:prstGeom>
          <a:solidFill>
            <a:srgbClr val="F3F4F6">
              <a:alpha val="60000"/>
            </a:srgbClr>
          </a:solidFill>
          <a:ln w="12700" cap="flat" cmpd="sng">
            <a:solidFill>
              <a:srgbClr val="C4CCDD">
                <a:alpha val="60000"/>
              </a:srgbClr>
            </a:solidFill>
            <a:prstDash val="solid"/>
            <a:round/>
          </a:ln>
        </p:spPr>
        <p:txBody>
          <a:bodyPr vert="horz" wrap="square" lIns="0" tIns="0" rIns="0" bIns="0" rtlCol="0" anchor="ctr" anchorCtr="0"/>
          <a:lstStyle/>
          <a:p>
            <a:pPr algn="ctr">
              <a:defRPr/>
            </a:pPr>
            <a:endParaRPr/>
          </a:p>
        </p:txBody>
      </p:sp>
      <p:sp>
        <p:nvSpPr>
          <p:cNvPr id="11" name="AutoShape 11"/>
          <p:cNvSpPr/>
          <p:nvPr/>
        </p:nvSpPr>
        <p:spPr>
          <a:xfrm>
            <a:off x="914400" y="3111500"/>
            <a:ext cx="104140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000000"/>
                </a:solidFill>
                <a:latin typeface="Biennale"/>
                <a:ea typeface="Biennale"/>
                <a:cs typeface="Biennale"/>
                <a:sym typeface="Biennale"/>
              </a:rPr>
              <a:t>02</a:t>
            </a: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供应商策略系统化</a:t>
            </a:r>
            <a:endParaRPr lang="en-US" sz="1100"/>
          </a:p>
          <a:p>
            <a:pPr marL="0" indent="0" algn="l">
              <a:lnSpc>
                <a:spcPct val="117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将依赖经验的线下供应商判断全面固化为</a:t>
            </a:r>
            <a:r>
              <a:rPr lang="en-US" sz="1200" b="0" i="0" u="none" strike="noStrike">
                <a:solidFill>
                  <a:srgbClr val="4B5563"/>
                </a:solidFill>
                <a:latin typeface="Biennale"/>
                <a:ea typeface="Biennale"/>
                <a:cs typeface="Biennale"/>
                <a:sym typeface="Biennale"/>
              </a:rPr>
              <a:t>SAP</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系统内的货源清单与配额协议规则，通过系统逻辑强制执行替代人为干预，保障供应策略的刚性落地与公平执行，提升供应链的稳定性与合规性。</a:t>
            </a:r>
          </a:p>
        </p:txBody>
      </p:sp>
      <p:sp>
        <p:nvSpPr>
          <p:cNvPr id="12" name="AutoShape 12"/>
          <p:cNvSpPr/>
          <p:nvPr/>
        </p:nvSpPr>
        <p:spPr>
          <a:xfrm>
            <a:off x="508000" y="4445000"/>
            <a:ext cx="101600" cy="1143000"/>
          </a:xfrm>
          <a:prstGeom prst="roundRect">
            <a:avLst>
              <a:gd name="adj" fmla="val 0"/>
            </a:avLst>
          </a:prstGeom>
          <a:solidFill>
            <a:srgbClr val="2563EB">
              <a:alpha val="100000"/>
            </a:srgbClr>
          </a:solidFill>
          <a:ln w="12700" cap="flat" cmpd="sng">
            <a:solidFill>
              <a:srgbClr val="0C4AD2">
                <a:alpha val="100000"/>
              </a:srgbClr>
            </a:solidFill>
            <a:prstDash val="solid"/>
            <a:round/>
          </a:ln>
        </p:spPr>
        <p:txBody>
          <a:bodyPr vert="horz" wrap="square" lIns="0" tIns="0" rIns="0" bIns="0" rtlCol="0" anchor="ctr" anchorCtr="0"/>
          <a:lstStyle/>
          <a:p>
            <a:pPr algn="ctr">
              <a:defRPr/>
            </a:pPr>
            <a:endParaRPr/>
          </a:p>
        </p:txBody>
      </p:sp>
      <p:sp>
        <p:nvSpPr>
          <p:cNvPr id="13" name="AutoShape 13"/>
          <p:cNvSpPr/>
          <p:nvPr/>
        </p:nvSpPr>
        <p:spPr>
          <a:xfrm>
            <a:off x="711200" y="4445000"/>
            <a:ext cx="10820400" cy="1143000"/>
          </a:xfrm>
          <a:prstGeom prst="roundRect">
            <a:avLst>
              <a:gd name="adj" fmla="val 0"/>
            </a:avLst>
          </a:prstGeom>
          <a:solidFill>
            <a:srgbClr val="F3F4F6">
              <a:alpha val="60000"/>
            </a:srgbClr>
          </a:solidFill>
          <a:ln w="12700" cap="flat" cmpd="sng">
            <a:solidFill>
              <a:srgbClr val="C4CCDD">
                <a:alpha val="60000"/>
              </a:srgbClr>
            </a:solidFill>
            <a:prstDash val="solid"/>
            <a:round/>
          </a:ln>
        </p:spPr>
        <p:txBody>
          <a:bodyPr vert="horz" wrap="square" lIns="0" tIns="0" rIns="0" bIns="0" rtlCol="0" anchor="ctr" anchorCtr="0"/>
          <a:lstStyle/>
          <a:p>
            <a:pPr algn="ctr">
              <a:defRPr/>
            </a:pPr>
            <a:endParaRPr/>
          </a:p>
        </p:txBody>
      </p:sp>
      <p:sp>
        <p:nvSpPr>
          <p:cNvPr id="14" name="AutoShape 14"/>
          <p:cNvSpPr/>
          <p:nvPr/>
        </p:nvSpPr>
        <p:spPr>
          <a:xfrm>
            <a:off x="914400" y="4508500"/>
            <a:ext cx="10414000" cy="1016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000000"/>
                </a:solidFill>
                <a:latin typeface="Biennale"/>
                <a:ea typeface="Biennale"/>
                <a:cs typeface="Biennale"/>
                <a:sym typeface="Biennale"/>
              </a:rPr>
              <a:t>03</a:t>
            </a: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异常管控前置化</a:t>
            </a:r>
            <a:endParaRPr lang="en-US" sz="1100"/>
          </a:p>
          <a:p>
            <a:pPr marL="0" indent="0" algn="l">
              <a:lnSpc>
                <a:spcPct val="117000"/>
              </a:lnSpc>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重构异常分配管理逻辑，对高价或异常分配自动触发OA审批，结合采购分配审计报表实现全链路可追溯，将合规风险拦截在业务发生前端，显著降低运营风险。</a:t>
            </a:r>
          </a:p>
        </p:txBody>
      </p:sp>
      <p:sp>
        <p:nvSpPr>
          <p:cNvPr id="15" name="AutoShape 15"/>
          <p:cNvSpPr/>
          <p:nvPr/>
        </p:nvSpPr>
        <p:spPr>
          <a:xfrm>
            <a:off x="5969000" y="5842000"/>
            <a:ext cx="5715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r">
              <a:lnSpc>
                <a:spcPct val="125000"/>
              </a:lnSpc>
              <a:defRPr/>
            </a:pPr>
            <a:r>
              <a:rPr lang="en-US" sz="1200" b="0" i="1"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 实现从“人工分配”到“系统智能”的管理跃迁，构建合规透明的采购分配生态</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34000" y="0"/>
            <a:ext cx="6858000" cy="6858000"/>
          </a:xfrm>
          <a:prstGeom prst="rect">
            <a:avLst/>
          </a:prstGeom>
        </p:spPr>
      </p:pic>
      <p:sp>
        <p:nvSpPr>
          <p:cNvPr id="3" name="Freeform 3"/>
          <p:cNvSpPr/>
          <p:nvPr/>
        </p:nvSpPr>
        <p:spPr>
          <a:xfrm>
            <a:off x="10944224" y="6309897"/>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3"/>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sp>
        <p:nvSpPr>
          <p:cNvPr id="4" name="AutoShape 4"/>
          <p:cNvSpPr>
            <a:spLocks noGrp="1"/>
          </p:cNvSpPr>
          <p:nvPr>
            <p:ph type="body" sz="quarter" idx="4294967295" hasCustomPrompt="1"/>
          </p:nvPr>
        </p:nvSpPr>
        <p:spPr>
          <a:xfrm>
            <a:off x="390098" y="389618"/>
            <a:ext cx="1463040" cy="1477010"/>
          </a:xfrm>
          <a:prstGeom prst="rect">
            <a:avLst/>
          </a:prstGeom>
        </p:spPr>
        <p:txBody>
          <a:bodyPr wrap="none" lIns="0" tIns="0" rIns="0" bIns="0" anchor="t">
            <a:spAutoFit/>
          </a:bodyPr>
          <a:lstStyle>
            <a:lvl1pPr algn="l">
              <a:lnSpc>
                <a:spcPct val="100000"/>
              </a:lnSpc>
              <a:defRPr sz="9600" b="0" i="0" u="none" strike="noStrike" spc="0">
                <a:solidFill>
                  <a:srgbClr val="00005C">
                    <a:alpha val="100000"/>
                  </a:srgbClr>
                </a:solidFill>
                <a:latin typeface="Biennale Bold"/>
              </a:defRPr>
            </a:lvl1pPr>
          </a:lstStyle>
          <a:p>
            <a:pPr marL="0" indent="0" algn="l">
              <a:lnSpc>
                <a:spcPct val="100000"/>
              </a:lnSpc>
            </a:pPr>
            <a:r>
              <a:rPr lang="en-US" sz="9600" b="0" i="0" u="none" strike="noStrike">
                <a:solidFill>
                  <a:srgbClr val="00005C"/>
                </a:solidFill>
                <a:latin typeface="Biennale Bold"/>
                <a:ea typeface="Biennale Bold"/>
                <a:cs typeface="Biennale Bold"/>
                <a:sym typeface="Biennale Bold"/>
              </a:rPr>
              <a:t>02</a:t>
            </a:r>
          </a:p>
        </p:txBody>
      </p:sp>
      <p:sp>
        <p:nvSpPr>
          <p:cNvPr id="5" name="AutoShape 5"/>
          <p:cNvSpPr/>
          <p:nvPr/>
        </p:nvSpPr>
        <p:spPr>
          <a:xfrm>
            <a:off x="1536700" y="1866900"/>
            <a:ext cx="7344410" cy="124587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5400" b="0" i="0" u="none" strike="noStrike">
                <a:solidFill>
                  <a:srgbClr val="00005C"/>
                </a:solidFill>
                <a:latin typeface="Biennale Bold"/>
                <a:ea typeface="Biennale Bold"/>
                <a:cs typeface="Biennale Bold"/>
                <a:sym typeface="Biennale Bold"/>
              </a:rPr>
              <a:t>方案详解及系统实现</a:t>
            </a:r>
            <a:endParaRPr lang="en-US" sz="1100"/>
          </a:p>
        </p:txBody>
      </p:sp>
      <p:pic>
        <p:nvPicPr>
          <p:cNvPr id="6" name="Picture 6"/>
          <p:cNvPicPr>
            <a:picLocks noChangeAspect="1"/>
          </p:cNvPicPr>
          <p:nvPr/>
        </p:nvPicPr>
        <p:blipFill>
          <a:blip r:embed="rId4"/>
          <a:srcRect/>
          <a:stretch>
            <a:fillRect/>
          </a:stretch>
        </p:blipFill>
        <p:spPr>
          <a:xfrm>
            <a:off x="48466" y="125649"/>
            <a:ext cx="1930400" cy="381000"/>
          </a:xfrm>
          <a:prstGeom prst="rect">
            <a:avLst/>
          </a:prstGeom>
          <a:noFill/>
          <a:ln w="25400" cap="flat" cmpd="sng">
            <a:noFill/>
            <a:prstDash val="solid"/>
            <a:round/>
          </a:ln>
        </p:spPr>
      </p:pic>
      <p:sp>
        <p:nvSpPr>
          <p:cNvPr id="7" name="AutoShape 7"/>
          <p:cNvSpPr/>
          <p:nvPr/>
        </p:nvSpPr>
        <p:spPr>
          <a:xfrm>
            <a:off x="-1293962" y="2622430"/>
            <a:ext cx="12700" cy="12700"/>
          </a:xfrm>
          <a:prstGeom prst="rect">
            <a:avLst/>
          </a:prstGeom>
          <a:noFill/>
          <a:ln w="12700" cap="flat" cmpd="sng">
            <a:noFill/>
            <a:prstDash val="solid"/>
            <a:round/>
          </a:ln>
        </p:spPr>
        <p:txBody>
          <a:bodyPr vert="horz" wrap="none" lIns="91440" tIns="45720" rIns="91440" bIns="45720" rtlCol="0" anchor="t" anchorCtr="0"/>
          <a:lstStyle/>
          <a:p>
            <a:pPr algn="l">
              <a:defRPr/>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28625" y="6517632"/>
            <a:ext cx="1354217" cy="153888"/>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Atos Confidential</a:t>
            </a:r>
            <a:endParaRPr lang="en-US" sz="1100"/>
          </a:p>
        </p:txBody>
      </p:sp>
      <p:sp>
        <p:nvSpPr>
          <p:cNvPr id="3" name="Freeform 3"/>
          <p:cNvSpPr/>
          <p:nvPr/>
        </p:nvSpPr>
        <p:spPr>
          <a:xfrm>
            <a:off x="10944224" y="6446085"/>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pic>
        <p:nvPicPr>
          <p:cNvPr id="4" name="Picture 4"/>
          <p:cNvPicPr>
            <a:picLocks noChangeAspect="1"/>
          </p:cNvPicPr>
          <p:nvPr/>
        </p:nvPicPr>
        <p:blipFill>
          <a:blip r:embed="rId3"/>
          <a:srcRect/>
          <a:stretch>
            <a:fillRect/>
          </a:stretch>
        </p:blipFill>
        <p:spPr>
          <a:xfrm>
            <a:off x="287947" y="6412870"/>
            <a:ext cx="1742736" cy="343961"/>
          </a:xfrm>
          <a:prstGeom prst="rect">
            <a:avLst/>
          </a:prstGeom>
          <a:noFill/>
          <a:ln w="25400" cap="flat" cmpd="sng">
            <a:noFill/>
            <a:prstDash val="solid"/>
            <a:round/>
          </a:ln>
        </p:spPr>
      </p:pic>
      <p:sp>
        <p:nvSpPr>
          <p:cNvPr id="5" name="AutoShape 5"/>
          <p:cNvSpPr/>
          <p:nvPr/>
        </p:nvSpPr>
        <p:spPr>
          <a:xfrm>
            <a:off x="428625" y="291465"/>
            <a:ext cx="11337925" cy="65151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a:solidFill>
                  <a:srgbClr val="0073E6"/>
                </a:solidFill>
                <a:latin typeface="Biennale Bold"/>
                <a:ea typeface="Biennale Bold"/>
                <a:cs typeface="Biennale Bold"/>
                <a:sym typeface="Biennale Bold"/>
              </a:rPr>
              <a:t>形成从供应商准入到审计追溯的端到端业务闭环</a:t>
            </a:r>
            <a:br>
              <a:rPr lang="en-US" sz="2800" b="1" i="0" u="none" strike="noStrike">
                <a:solidFill>
                  <a:srgbClr val="0073E6"/>
                </a:solidFill>
                <a:latin typeface="Biennale Bold"/>
                <a:ea typeface="Biennale Bold"/>
                <a:cs typeface="Biennale Bold"/>
                <a:sym typeface="Biennale Bold"/>
              </a:rPr>
            </a:br>
            <a:br>
              <a:rPr lang="en-US" sz="2800" b="1" i="0" u="none" strike="noStrike">
                <a:solidFill>
                  <a:srgbClr val="0073E6"/>
                </a:solidFill>
                <a:latin typeface="Biennale Bold"/>
                <a:ea typeface="Biennale Bold"/>
                <a:cs typeface="Biennale Bold"/>
                <a:sym typeface="Biennale Bold"/>
              </a:rPr>
            </a:br>
            <a:br>
              <a:rPr lang="en-US" sz="2800" b="1" i="0" u="none" strike="noStrike">
                <a:solidFill>
                  <a:srgbClr val="0073E6"/>
                </a:solidFill>
                <a:latin typeface="Biennale Bold"/>
                <a:ea typeface="Biennale Bold"/>
                <a:cs typeface="Biennale Bold"/>
                <a:sym typeface="Biennale Bold"/>
              </a:rPr>
            </a:br>
            <a:br>
              <a:rPr lang="en-US" sz="2800" b="1" i="0" u="none" strike="noStrike">
                <a:solidFill>
                  <a:srgbClr val="0073E6"/>
                </a:solidFill>
                <a:latin typeface="Biennale Bold"/>
                <a:ea typeface="Biennale Bold"/>
                <a:cs typeface="Biennale Bold"/>
                <a:sym typeface="Biennale Bold"/>
              </a:rPr>
            </a:br>
            <a:endParaRPr lang="en-US" sz="1100"/>
          </a:p>
        </p:txBody>
      </p:sp>
      <p:sp>
        <p:nvSpPr>
          <p:cNvPr id="6" name="AutoShape 6"/>
          <p:cNvSpPr/>
          <p:nvPr/>
        </p:nvSpPr>
        <p:spPr>
          <a:xfrm>
            <a:off x="508000" y="1439545"/>
            <a:ext cx="2603500" cy="1206500"/>
          </a:xfrm>
          <a:prstGeom prst="roundRect">
            <a:avLst>
              <a:gd name="adj" fmla="val 0"/>
            </a:avLst>
          </a:prstGeom>
          <a:solidFill>
            <a:srgbClr val="3B82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7" name="AutoShape 7"/>
          <p:cNvSpPr/>
          <p:nvPr/>
        </p:nvSpPr>
        <p:spPr>
          <a:xfrm>
            <a:off x="571500" y="1503045"/>
            <a:ext cx="24765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FFFFFF"/>
                </a:solidFill>
                <a:latin typeface="Biennale"/>
                <a:ea typeface="Biennale"/>
                <a:cs typeface="Biennale"/>
                <a:sym typeface="Biennale"/>
              </a:rPr>
              <a:t>01</a:t>
            </a: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供应商准入</a:t>
            </a:r>
            <a:r>
              <a:rPr lang="en-US" sz="1300" b="1" i="0" u="none" strike="noStrike">
                <a:solidFill>
                  <a:srgbClr val="FFFFFF"/>
                </a:solidFill>
                <a:latin typeface="Biennale"/>
                <a:ea typeface="Biennale"/>
                <a:cs typeface="Biennale"/>
                <a:sym typeface="Biennale"/>
              </a:rPr>
              <a:t>(SRM)</a:t>
            </a:r>
            <a:endParaRPr lang="en-US" sz="1100"/>
          </a:p>
          <a:p>
            <a:pPr marL="0" indent="0" algn="l">
              <a:lnSpc>
                <a:spcPct val="100000"/>
              </a:lnSpc>
            </a:pPr>
            <a:r>
              <a:rPr lang="en-US" sz="10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审核资质文件与现场考察，建立标准化准入审批流程，筑牢供应商合规基石。</a:t>
            </a:r>
          </a:p>
        </p:txBody>
      </p:sp>
      <p:sp>
        <p:nvSpPr>
          <p:cNvPr id="8" name="AutoShape 8"/>
          <p:cNvSpPr/>
          <p:nvPr/>
        </p:nvSpPr>
        <p:spPr>
          <a:xfrm>
            <a:off x="3365500" y="1439545"/>
            <a:ext cx="2603500" cy="1206500"/>
          </a:xfrm>
          <a:prstGeom prst="roundRect">
            <a:avLst>
              <a:gd name="adj" fmla="val 0"/>
            </a:avLst>
          </a:prstGeom>
          <a:solidFill>
            <a:srgbClr val="3B82F6">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9" name="AutoShape 9"/>
          <p:cNvSpPr/>
          <p:nvPr/>
        </p:nvSpPr>
        <p:spPr>
          <a:xfrm>
            <a:off x="3429000" y="1503045"/>
            <a:ext cx="24765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FFFFFF"/>
                </a:solidFill>
                <a:latin typeface="Biennale"/>
                <a:ea typeface="Biennale"/>
                <a:cs typeface="Biennale"/>
                <a:sym typeface="Biennale"/>
              </a:rPr>
              <a:t>02</a:t>
            </a: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询比价管理</a:t>
            </a:r>
            <a:r>
              <a:rPr lang="en-US" sz="1300" b="1" i="0" u="none" strike="noStrike">
                <a:solidFill>
                  <a:srgbClr val="FFFFFF"/>
                </a:solidFill>
                <a:latin typeface="Biennale"/>
                <a:ea typeface="Biennale"/>
                <a:cs typeface="Biennale"/>
                <a:sym typeface="Biennale"/>
              </a:rPr>
              <a:t>(SRM)</a:t>
            </a:r>
            <a:endParaRPr lang="en-US" sz="1100"/>
          </a:p>
          <a:p>
            <a:pPr marL="0" indent="0" algn="l">
              <a:lnSpc>
                <a:spcPct val="100000"/>
              </a:lnSpc>
            </a:pPr>
            <a:r>
              <a:rPr lang="en-US" sz="10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发起多轮询价与商务谈判，通过比价机制锁定最优价格，形成合规价格依据。</a:t>
            </a:r>
          </a:p>
        </p:txBody>
      </p:sp>
      <p:sp>
        <p:nvSpPr>
          <p:cNvPr id="10" name="AutoShape 10"/>
          <p:cNvSpPr/>
          <p:nvPr/>
        </p:nvSpPr>
        <p:spPr>
          <a:xfrm>
            <a:off x="6223000" y="1439545"/>
            <a:ext cx="2603500" cy="1206500"/>
          </a:xfrm>
          <a:prstGeom prst="roundRect">
            <a:avLst>
              <a:gd name="adj" fmla="val 0"/>
            </a:avLst>
          </a:prstGeom>
          <a:solidFill>
            <a:srgbClr val="1E3A8A">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1" name="AutoShape 11"/>
          <p:cNvSpPr/>
          <p:nvPr/>
        </p:nvSpPr>
        <p:spPr>
          <a:xfrm>
            <a:off x="6286500" y="1503045"/>
            <a:ext cx="24765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FFFFFF"/>
                </a:solidFill>
                <a:latin typeface="Biennale"/>
                <a:ea typeface="Biennale"/>
                <a:cs typeface="Biennale"/>
                <a:sym typeface="Biennale"/>
              </a:rPr>
              <a:t>03</a:t>
            </a: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价格主数据</a:t>
            </a:r>
            <a:r>
              <a:rPr lang="en-US" sz="1300" b="1" i="0" u="none" strike="noStrike">
                <a:solidFill>
                  <a:srgbClr val="FFFFFF"/>
                </a:solidFill>
                <a:latin typeface="Biennale"/>
                <a:ea typeface="Biennale"/>
                <a:cs typeface="Biennale"/>
                <a:sym typeface="Biennale"/>
              </a:rPr>
              <a:t>(SAP)</a:t>
            </a:r>
            <a:endParaRPr lang="en-US" sz="1100"/>
          </a:p>
          <a:p>
            <a:pPr marL="0" indent="0" algn="l">
              <a:lnSpc>
                <a:spcPct val="100000"/>
              </a:lnSpc>
            </a:pPr>
            <a:r>
              <a:rPr lang="en-US" sz="10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维护采购信息记录，经多级审批后系统生效，作为后续下单的刚性价格基准。</a:t>
            </a:r>
          </a:p>
        </p:txBody>
      </p:sp>
      <p:sp>
        <p:nvSpPr>
          <p:cNvPr id="12" name="AutoShape 12"/>
          <p:cNvSpPr/>
          <p:nvPr/>
        </p:nvSpPr>
        <p:spPr>
          <a:xfrm>
            <a:off x="9080500" y="1439545"/>
            <a:ext cx="2603500" cy="1206500"/>
          </a:xfrm>
          <a:prstGeom prst="roundRect">
            <a:avLst>
              <a:gd name="adj" fmla="val 0"/>
            </a:avLst>
          </a:prstGeom>
          <a:solidFill>
            <a:srgbClr val="1E3A8A">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3" name="AutoShape 13"/>
          <p:cNvSpPr/>
          <p:nvPr/>
        </p:nvSpPr>
        <p:spPr>
          <a:xfrm>
            <a:off x="9144000" y="1503045"/>
            <a:ext cx="24765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FFFFFF"/>
                </a:solidFill>
                <a:latin typeface="Biennale"/>
                <a:ea typeface="Biennale"/>
                <a:cs typeface="Biennale"/>
                <a:sym typeface="Biennale"/>
              </a:rPr>
              <a:t>04</a:t>
            </a: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货源清单</a:t>
            </a:r>
            <a:r>
              <a:rPr lang="en-US" sz="1300" b="1" i="0" u="none" strike="noStrike">
                <a:solidFill>
                  <a:srgbClr val="FFFFFF"/>
                </a:solidFill>
                <a:latin typeface="Biennale"/>
                <a:ea typeface="Biennale"/>
                <a:cs typeface="Biennale"/>
                <a:sym typeface="Biennale"/>
              </a:rPr>
              <a:t>(SAP)</a:t>
            </a:r>
            <a:endParaRPr lang="en-US" sz="1100"/>
          </a:p>
          <a:p>
            <a:pPr marL="0" indent="0" algn="l">
              <a:lnSpc>
                <a:spcPct val="100000"/>
              </a:lnSpc>
            </a:pPr>
            <a:r>
              <a:rPr lang="en-US" sz="10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维护物料的合格供应商池，管控货源有效期与适用范围，规范采购渠道选择。</a:t>
            </a:r>
          </a:p>
        </p:txBody>
      </p:sp>
      <p:sp>
        <p:nvSpPr>
          <p:cNvPr id="14" name="AutoShape 14"/>
          <p:cNvSpPr/>
          <p:nvPr/>
        </p:nvSpPr>
        <p:spPr>
          <a:xfrm>
            <a:off x="1397000" y="3217545"/>
            <a:ext cx="2603500" cy="1206500"/>
          </a:xfrm>
          <a:prstGeom prst="roundRect">
            <a:avLst>
              <a:gd name="adj" fmla="val 0"/>
            </a:avLst>
          </a:prstGeom>
          <a:solidFill>
            <a:srgbClr val="1E3A8A">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5" name="AutoShape 15"/>
          <p:cNvSpPr/>
          <p:nvPr/>
        </p:nvSpPr>
        <p:spPr>
          <a:xfrm>
            <a:off x="1460500" y="3281045"/>
            <a:ext cx="24765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FFFFFF"/>
                </a:solidFill>
                <a:latin typeface="Biennale"/>
                <a:ea typeface="Biennale"/>
                <a:cs typeface="Biennale"/>
                <a:sym typeface="Biennale"/>
              </a:rPr>
              <a:t>07</a:t>
            </a: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运营审计</a:t>
            </a:r>
            <a:r>
              <a:rPr lang="en-US" sz="1300" b="1" i="0" u="none" strike="noStrike">
                <a:solidFill>
                  <a:srgbClr val="FFFFFF"/>
                </a:solidFill>
                <a:latin typeface="Biennale"/>
                <a:ea typeface="Biennale"/>
                <a:cs typeface="Biennale"/>
                <a:sym typeface="Biennale"/>
              </a:rPr>
              <a:t>(</a:t>
            </a: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a:t>
            </a:r>
            <a:r>
              <a:rPr lang="en-US" sz="1300" b="1" i="0" u="none" strike="noStrike">
                <a:solidFill>
                  <a:srgbClr val="FFFFFF"/>
                </a:solidFill>
                <a:latin typeface="Biennale"/>
                <a:ea typeface="Biennale"/>
                <a:cs typeface="Biennale"/>
                <a:sym typeface="Biennale"/>
              </a:rPr>
              <a:t>)</a:t>
            </a:r>
            <a:endParaRPr lang="en-US" sz="1100"/>
          </a:p>
          <a:p>
            <a:pPr marL="0" indent="0" algn="l">
              <a:lnSpc>
                <a:spcPct val="100000"/>
              </a:lnSpc>
            </a:pPr>
            <a:r>
              <a:rPr lang="en-US" sz="10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开展价格执行与绩效分析，追溯异常根因，形成管理闭环，持续优化管控。</a:t>
            </a:r>
          </a:p>
        </p:txBody>
      </p:sp>
      <p:sp>
        <p:nvSpPr>
          <p:cNvPr id="16" name="AutoShape 16"/>
          <p:cNvSpPr/>
          <p:nvPr/>
        </p:nvSpPr>
        <p:spPr>
          <a:xfrm>
            <a:off x="4762500" y="3217545"/>
            <a:ext cx="2603500" cy="1206500"/>
          </a:xfrm>
          <a:prstGeom prst="roundRect">
            <a:avLst>
              <a:gd name="adj" fmla="val 0"/>
            </a:avLst>
          </a:prstGeom>
          <a:solidFill>
            <a:srgbClr val="1E3A8A">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17" name="AutoShape 17"/>
          <p:cNvSpPr/>
          <p:nvPr/>
        </p:nvSpPr>
        <p:spPr>
          <a:xfrm>
            <a:off x="4826000" y="3281045"/>
            <a:ext cx="24765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FFFFFF"/>
                </a:solidFill>
                <a:latin typeface="Biennale"/>
                <a:ea typeface="Biennale"/>
                <a:cs typeface="Biennale"/>
                <a:sym typeface="Biennale"/>
              </a:rPr>
              <a:t>06</a:t>
            </a: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采购执行</a:t>
            </a:r>
            <a:r>
              <a:rPr lang="en-US" sz="1300" b="1" i="0" u="none" strike="noStrike">
                <a:solidFill>
                  <a:srgbClr val="FFFFFF"/>
                </a:solidFill>
                <a:latin typeface="Biennale"/>
                <a:ea typeface="Biennale"/>
                <a:cs typeface="Biennale"/>
                <a:sym typeface="Biennale"/>
              </a:rPr>
              <a:t>(SAP)</a:t>
            </a:r>
            <a:endParaRPr lang="en-US" sz="1100"/>
          </a:p>
          <a:p>
            <a:pPr marL="0" indent="0" algn="l">
              <a:lnSpc>
                <a:spcPct val="100000"/>
              </a:lnSpc>
            </a:pPr>
            <a:r>
              <a:rPr lang="en-US" sz="10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系统自动校验订单合规性，严格执行收货入库，实时拦截超期、超量等异常。</a:t>
            </a:r>
          </a:p>
        </p:txBody>
      </p:sp>
      <p:sp>
        <p:nvSpPr>
          <p:cNvPr id="18" name="AutoShape 18"/>
          <p:cNvSpPr/>
          <p:nvPr/>
        </p:nvSpPr>
        <p:spPr>
          <a:xfrm>
            <a:off x="8128000" y="3217545"/>
            <a:ext cx="2603500" cy="1206500"/>
          </a:xfrm>
          <a:prstGeom prst="roundRect">
            <a:avLst>
              <a:gd name="adj" fmla="val 0"/>
            </a:avLst>
          </a:prstGeom>
          <a:solidFill>
            <a:schemeClr val="accent1"/>
          </a:solidFill>
          <a:ln w="25400" cap="flat" cmpd="sng">
            <a:noFill/>
            <a:prstDash val="solid"/>
            <a:round/>
          </a:ln>
        </p:spPr>
        <p:txBody>
          <a:bodyPr vert="horz" wrap="square" lIns="0" tIns="0" rIns="0" bIns="0" rtlCol="0" anchor="ctr" anchorCtr="0"/>
          <a:lstStyle/>
          <a:p>
            <a:pPr algn="ctr">
              <a:defRPr/>
            </a:pPr>
            <a:endParaRPr/>
          </a:p>
        </p:txBody>
      </p:sp>
      <p:sp>
        <p:nvSpPr>
          <p:cNvPr id="19" name="AutoShape 19"/>
          <p:cNvSpPr/>
          <p:nvPr/>
        </p:nvSpPr>
        <p:spPr>
          <a:xfrm>
            <a:off x="8191500" y="3281045"/>
            <a:ext cx="24765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0000"/>
              </a:lnSpc>
              <a:defRPr/>
            </a:pPr>
            <a:r>
              <a:rPr lang="en-US" sz="1000" b="1" i="0" u="none" strike="noStrike">
                <a:solidFill>
                  <a:srgbClr val="FFFFFF"/>
                </a:solidFill>
                <a:latin typeface="Biennale"/>
                <a:ea typeface="Biennale"/>
                <a:cs typeface="Biennale"/>
                <a:sym typeface="Biennale"/>
              </a:rPr>
              <a:t>05</a:t>
            </a:r>
            <a:r>
              <a:rPr lang="en-US" sz="1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配额分配</a:t>
            </a:r>
            <a:r>
              <a:rPr lang="en-US" sz="1000" b="1" i="0" u="none" strike="noStrike">
                <a:solidFill>
                  <a:srgbClr val="FFFFFF"/>
                </a:solidFill>
                <a:latin typeface="Biennale"/>
                <a:ea typeface="Biennale"/>
                <a:cs typeface="Biennale"/>
                <a:sym typeface="Biennale"/>
              </a:rPr>
              <a:t>(SAP)</a:t>
            </a:r>
            <a:endParaRPr lang="en-US" sz="1100"/>
          </a:p>
          <a:p>
            <a:pPr marL="0" indent="0" algn="l">
              <a:lnSpc>
                <a:spcPct val="100000"/>
              </a:lnSpc>
            </a:pPr>
            <a:r>
              <a:rPr lang="en-US" sz="10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设定主备供比例与配额协议，系统自动按规则分配货源，保障供应稳定性。</a:t>
            </a:r>
          </a:p>
          <a:p>
            <a:pPr algn="l">
              <a:lnSpc>
                <a:spcPct val="100000"/>
              </a:lnSpc>
            </a:pPr>
            <a:endParaRPr lang="en-US" sz="10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0" name="Connector 20"/>
          <p:cNvCxnSpPr/>
          <p:nvPr/>
        </p:nvCxnSpPr>
        <p:spPr>
          <a:xfrm rot="-171743">
            <a:off x="3111659" y="2030095"/>
            <a:ext cx="254000" cy="12700"/>
          </a:xfrm>
          <a:prstGeom prst="line">
            <a:avLst/>
          </a:prstGeom>
          <a:solidFill>
            <a:srgbClr val="DEE0E3">
              <a:alpha val="100000"/>
            </a:srgbClr>
          </a:solidFill>
          <a:ln w="25400" cap="flat" cmpd="sng">
            <a:solidFill>
              <a:srgbClr val="9CA3AF">
                <a:alpha val="100000"/>
              </a:srgbClr>
            </a:solidFill>
            <a:prstDash val="solid"/>
            <a:round/>
            <a:headEnd type="none" w="lg" len="lg"/>
            <a:tailEnd type="arrow" w="sm" len="sm"/>
          </a:ln>
        </p:spPr>
      </p:cxnSp>
      <p:cxnSp>
        <p:nvCxnSpPr>
          <p:cNvPr id="21" name="Connector 21"/>
          <p:cNvCxnSpPr/>
          <p:nvPr/>
        </p:nvCxnSpPr>
        <p:spPr>
          <a:xfrm rot="-171743">
            <a:off x="5969159" y="2030095"/>
            <a:ext cx="254000" cy="12700"/>
          </a:xfrm>
          <a:prstGeom prst="line">
            <a:avLst/>
          </a:prstGeom>
          <a:solidFill>
            <a:srgbClr val="DEE0E3">
              <a:alpha val="100000"/>
            </a:srgbClr>
          </a:solidFill>
          <a:ln w="25400" cap="flat" cmpd="sng">
            <a:solidFill>
              <a:srgbClr val="9CA3AF">
                <a:alpha val="100000"/>
              </a:srgbClr>
            </a:solidFill>
            <a:prstDash val="solid"/>
            <a:round/>
            <a:headEnd type="none" w="lg" len="lg"/>
            <a:tailEnd type="arrow" w="sm" len="sm"/>
          </a:ln>
        </p:spPr>
      </p:cxnSp>
      <p:cxnSp>
        <p:nvCxnSpPr>
          <p:cNvPr id="22" name="Connector 22"/>
          <p:cNvCxnSpPr/>
          <p:nvPr/>
        </p:nvCxnSpPr>
        <p:spPr>
          <a:xfrm rot="-171743">
            <a:off x="8826659" y="2030095"/>
            <a:ext cx="254000" cy="12700"/>
          </a:xfrm>
          <a:prstGeom prst="line">
            <a:avLst/>
          </a:prstGeom>
          <a:solidFill>
            <a:srgbClr val="DEE0E3">
              <a:alpha val="100000"/>
            </a:srgbClr>
          </a:solidFill>
          <a:ln w="25400" cap="flat" cmpd="sng">
            <a:solidFill>
              <a:srgbClr val="9CA3AF">
                <a:alpha val="100000"/>
              </a:srgbClr>
            </a:solidFill>
            <a:prstDash val="solid"/>
            <a:round/>
            <a:headEnd type="none" w="lg" len="lg"/>
            <a:tailEnd type="arrow" w="sm" len="sm"/>
          </a:ln>
        </p:spPr>
      </p:cxnSp>
      <p:cxnSp>
        <p:nvCxnSpPr>
          <p:cNvPr id="23" name="Connector 23"/>
          <p:cNvCxnSpPr/>
          <p:nvPr/>
        </p:nvCxnSpPr>
        <p:spPr>
          <a:xfrm rot="5323618">
            <a:off x="10090150" y="2925516"/>
            <a:ext cx="571500" cy="12700"/>
          </a:xfrm>
          <a:prstGeom prst="line">
            <a:avLst/>
          </a:prstGeom>
          <a:solidFill>
            <a:srgbClr val="DEE0E3">
              <a:alpha val="100000"/>
            </a:srgbClr>
          </a:solidFill>
          <a:ln w="25400" cap="flat" cmpd="sng">
            <a:solidFill>
              <a:srgbClr val="9CA3AF">
                <a:alpha val="100000"/>
              </a:srgbClr>
            </a:solidFill>
            <a:prstDash val="solid"/>
            <a:round/>
            <a:headEnd type="none" w="lg" len="lg"/>
            <a:tailEnd type="arrow" w="sm" len="sm"/>
          </a:ln>
        </p:spPr>
      </p:cxnSp>
      <p:cxnSp>
        <p:nvCxnSpPr>
          <p:cNvPr id="24" name="Connector 24"/>
          <p:cNvCxnSpPr/>
          <p:nvPr/>
        </p:nvCxnSpPr>
        <p:spPr>
          <a:xfrm rot="10800000" flipV="1">
            <a:off x="7366000" y="3814445"/>
            <a:ext cx="762000" cy="6350"/>
          </a:xfrm>
          <a:prstGeom prst="line">
            <a:avLst/>
          </a:prstGeom>
          <a:solidFill>
            <a:srgbClr val="DEE0E3">
              <a:alpha val="100000"/>
            </a:srgbClr>
          </a:solidFill>
          <a:ln w="25400" cap="flat" cmpd="sng">
            <a:solidFill>
              <a:srgbClr val="9CA3AF">
                <a:alpha val="100000"/>
              </a:srgbClr>
            </a:solidFill>
            <a:prstDash val="solid"/>
            <a:round/>
            <a:headEnd type="none" w="lg" len="lg"/>
            <a:tailEnd type="arrow" w="sm" len="sm"/>
          </a:ln>
        </p:spPr>
      </p:cxnSp>
      <p:cxnSp>
        <p:nvCxnSpPr>
          <p:cNvPr id="25" name="Connector 25"/>
          <p:cNvCxnSpPr/>
          <p:nvPr/>
        </p:nvCxnSpPr>
        <p:spPr>
          <a:xfrm rot="10800000" flipV="1">
            <a:off x="4000500" y="3814445"/>
            <a:ext cx="762000" cy="6350"/>
          </a:xfrm>
          <a:prstGeom prst="line">
            <a:avLst/>
          </a:prstGeom>
          <a:solidFill>
            <a:srgbClr val="DEE0E3">
              <a:alpha val="100000"/>
            </a:srgbClr>
          </a:solidFill>
          <a:ln w="25400" cap="flat" cmpd="sng">
            <a:solidFill>
              <a:srgbClr val="9CA3AF">
                <a:alpha val="100000"/>
              </a:srgbClr>
            </a:solidFill>
            <a:prstDash val="solid"/>
            <a:round/>
            <a:headEnd type="none" w="lg" len="lg"/>
            <a:tailEnd type="arrow" w="sm" len="sm"/>
          </a:ln>
        </p:spPr>
      </p:cxnSp>
      <p:cxnSp>
        <p:nvCxnSpPr>
          <p:cNvPr id="26" name="Connector 26"/>
          <p:cNvCxnSpPr/>
          <p:nvPr/>
        </p:nvCxnSpPr>
        <p:spPr>
          <a:xfrm flipV="1">
            <a:off x="2730500" y="2645975"/>
            <a:ext cx="0" cy="571570"/>
          </a:xfrm>
          <a:prstGeom prst="line">
            <a:avLst/>
          </a:prstGeom>
          <a:solidFill>
            <a:srgbClr val="DEE0E3">
              <a:alpha val="100000"/>
            </a:srgbClr>
          </a:solidFill>
          <a:ln w="25400" cap="flat" cmpd="sng">
            <a:solidFill>
              <a:srgbClr val="9CA3AF">
                <a:alpha val="100000"/>
              </a:srgbClr>
            </a:solidFill>
            <a:prstDash val="solid"/>
            <a:round/>
            <a:headEnd type="none" w="lg" len="lg"/>
            <a:tailEnd type="arrow" w="sm" len="sm"/>
          </a:ln>
        </p:spPr>
      </p:cxnSp>
      <p:sp>
        <p:nvSpPr>
          <p:cNvPr id="27" name="AutoShape 27"/>
          <p:cNvSpPr/>
          <p:nvPr/>
        </p:nvSpPr>
        <p:spPr>
          <a:xfrm>
            <a:off x="508000" y="4920615"/>
            <a:ext cx="3683000" cy="1270000"/>
          </a:xfrm>
          <a:prstGeom prst="roundRect">
            <a:avLst>
              <a:gd name="adj" fmla="val 0"/>
            </a:avLst>
          </a:prstGeom>
          <a:solidFill>
            <a:srgbClr val="EFF6FF">
              <a:alpha val="100000"/>
            </a:srgbClr>
          </a:solidFill>
          <a:ln w="12700" cap="flat" cmpd="sng">
            <a:solidFill>
              <a:srgbClr val="3B82F6">
                <a:alpha val="20000"/>
              </a:srgbClr>
            </a:solidFill>
            <a:prstDash val="solid"/>
            <a:round/>
          </a:ln>
        </p:spPr>
        <p:txBody>
          <a:bodyPr vert="horz" wrap="square" lIns="0" tIns="0" rIns="0" bIns="0" rtlCol="0" anchor="ctr" anchorCtr="0"/>
          <a:lstStyle/>
          <a:p>
            <a:pPr algn="ctr">
              <a:defRPr/>
            </a:pPr>
            <a:endParaRPr/>
          </a:p>
        </p:txBody>
      </p:sp>
      <p:pic>
        <p:nvPicPr>
          <p:cNvPr id="28" name="Picture 2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5047615"/>
            <a:ext cx="304800" cy="304800"/>
          </a:xfrm>
          <a:prstGeom prst="rect">
            <a:avLst/>
          </a:prstGeom>
        </p:spPr>
      </p:pic>
      <p:sp>
        <p:nvSpPr>
          <p:cNvPr id="29" name="AutoShape 29"/>
          <p:cNvSpPr/>
          <p:nvPr/>
        </p:nvSpPr>
        <p:spPr>
          <a:xfrm>
            <a:off x="1079500" y="5047615"/>
            <a:ext cx="3048000" cy="3175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4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管理规则系统化落地</a:t>
            </a:r>
            <a:endParaRPr lang="en-US" sz="1100"/>
          </a:p>
        </p:txBody>
      </p:sp>
      <p:sp>
        <p:nvSpPr>
          <p:cNvPr id="30" name="AutoShape 30"/>
          <p:cNvSpPr/>
          <p:nvPr/>
        </p:nvSpPr>
        <p:spPr>
          <a:xfrm>
            <a:off x="698500" y="5428615"/>
            <a:ext cx="3302000" cy="635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将准入、定价等管控规则固化至系统，实现从</a:t>
            </a:r>
            <a:r>
              <a:rPr lang="en-US" sz="1100" b="0" i="0" u="none" strike="noStrike">
                <a:solidFill>
                  <a:srgbClr val="4B5563"/>
                </a:solidFill>
                <a:latin typeface="Biennale"/>
                <a:ea typeface="Biennale"/>
                <a:cs typeface="Biennale"/>
                <a:sym typeface="Biennale"/>
              </a:rPr>
              <a:t>“</a:t>
            </a: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人为管控</a:t>
            </a:r>
            <a:r>
              <a:rPr lang="en-US" sz="1100" b="0" i="0" u="none" strike="noStrike">
                <a:solidFill>
                  <a:srgbClr val="4B5563"/>
                </a:solidFill>
                <a:latin typeface="Biennale"/>
                <a:ea typeface="Biennale"/>
                <a:cs typeface="Biennale"/>
                <a:sym typeface="Biennale"/>
              </a:rPr>
              <a:t>”</a:t>
            </a: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向</a:t>
            </a:r>
            <a:r>
              <a:rPr lang="en-US" sz="1100" b="0" i="0" u="none" strike="noStrike">
                <a:solidFill>
                  <a:srgbClr val="4B5563"/>
                </a:solidFill>
                <a:latin typeface="Biennale"/>
                <a:ea typeface="Biennale"/>
                <a:cs typeface="Biennale"/>
                <a:sym typeface="Biennale"/>
              </a:rPr>
              <a:t>“</a:t>
            </a: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系统硬控</a:t>
            </a:r>
            <a:r>
              <a:rPr lang="en-US" sz="1100" b="0" i="0" u="none" strike="noStrike">
                <a:solidFill>
                  <a:srgbClr val="4B5563"/>
                </a:solidFill>
                <a:latin typeface="Biennale"/>
                <a:ea typeface="Biennale"/>
                <a:cs typeface="Biennale"/>
                <a:sym typeface="Biennale"/>
              </a:rPr>
              <a:t>”</a:t>
            </a: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转变，消除执行偏差。</a:t>
            </a:r>
            <a:endParaRPr lang="en-US" sz="1100"/>
          </a:p>
        </p:txBody>
      </p:sp>
      <p:sp>
        <p:nvSpPr>
          <p:cNvPr id="31" name="AutoShape 31"/>
          <p:cNvSpPr/>
          <p:nvPr/>
        </p:nvSpPr>
        <p:spPr>
          <a:xfrm>
            <a:off x="4254500" y="4920615"/>
            <a:ext cx="3683000" cy="1270000"/>
          </a:xfrm>
          <a:prstGeom prst="roundRect">
            <a:avLst>
              <a:gd name="adj" fmla="val 0"/>
            </a:avLst>
          </a:prstGeom>
          <a:solidFill>
            <a:srgbClr val="EFF6FF">
              <a:alpha val="100000"/>
            </a:srgbClr>
          </a:solidFill>
          <a:ln w="12700" cap="flat" cmpd="sng">
            <a:solidFill>
              <a:srgbClr val="1E3A8A">
                <a:alpha val="20000"/>
              </a:srgbClr>
            </a:solidFill>
            <a:prstDash val="solid"/>
            <a:round/>
          </a:ln>
        </p:spPr>
        <p:txBody>
          <a:bodyPr vert="horz" wrap="square" lIns="0" tIns="0" rIns="0" bIns="0" rtlCol="0" anchor="ctr" anchorCtr="0"/>
          <a:lstStyle/>
          <a:p>
            <a:pPr algn="ctr">
              <a:defRPr/>
            </a:pPr>
            <a:endParaRPr/>
          </a:p>
        </p:txBody>
      </p:sp>
      <p:pic>
        <p:nvPicPr>
          <p:cNvPr id="32" name="Picture 3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445000" y="5047615"/>
            <a:ext cx="304800" cy="304800"/>
          </a:xfrm>
          <a:prstGeom prst="rect">
            <a:avLst/>
          </a:prstGeom>
        </p:spPr>
      </p:pic>
      <p:sp>
        <p:nvSpPr>
          <p:cNvPr id="33" name="AutoShape 33"/>
          <p:cNvSpPr/>
          <p:nvPr/>
        </p:nvSpPr>
        <p:spPr>
          <a:xfrm>
            <a:off x="4826000" y="5047615"/>
            <a:ext cx="3048000" cy="3175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4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业务流程全程可追溯</a:t>
            </a:r>
            <a:endParaRPr lang="en-US" sz="1100"/>
          </a:p>
        </p:txBody>
      </p:sp>
      <p:sp>
        <p:nvSpPr>
          <p:cNvPr id="34" name="AutoShape 34"/>
          <p:cNvSpPr/>
          <p:nvPr/>
        </p:nvSpPr>
        <p:spPr>
          <a:xfrm>
            <a:off x="4445000" y="5428615"/>
            <a:ext cx="3302000" cy="635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从需求到结算全链路数据留痕，关键节点信息实时可查，为审计与管理复盘提供完整依据。</a:t>
            </a:r>
            <a:endParaRPr lang="en-US" sz="1100"/>
          </a:p>
        </p:txBody>
      </p:sp>
      <p:sp>
        <p:nvSpPr>
          <p:cNvPr id="35" name="AutoShape 35"/>
          <p:cNvSpPr/>
          <p:nvPr/>
        </p:nvSpPr>
        <p:spPr>
          <a:xfrm>
            <a:off x="8001000" y="4920615"/>
            <a:ext cx="3683000" cy="1270000"/>
          </a:xfrm>
          <a:prstGeom prst="roundRect">
            <a:avLst>
              <a:gd name="adj" fmla="val 0"/>
            </a:avLst>
          </a:prstGeom>
          <a:solidFill>
            <a:schemeClr val="accent5">
              <a:lumMod val="40000"/>
              <a:lumOff val="60000"/>
            </a:schemeClr>
          </a:solidFill>
          <a:ln w="12700" cap="flat" cmpd="sng">
            <a:solidFill>
              <a:srgbClr val="059669">
                <a:alpha val="20000"/>
              </a:srgbClr>
            </a:solidFill>
            <a:prstDash val="solid"/>
            <a:round/>
          </a:ln>
        </p:spPr>
        <p:txBody>
          <a:bodyPr vert="horz" wrap="square" lIns="0" tIns="0" rIns="0" bIns="0" rtlCol="0" anchor="ctr" anchorCtr="0"/>
          <a:lstStyle/>
          <a:p>
            <a:pPr algn="ctr">
              <a:defRPr/>
            </a:pPr>
            <a:endParaRPr/>
          </a:p>
        </p:txBody>
      </p:sp>
      <p:pic>
        <p:nvPicPr>
          <p:cNvPr id="36" name="Picture 3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91500" y="5047615"/>
            <a:ext cx="304800" cy="304800"/>
          </a:xfrm>
          <a:prstGeom prst="rect">
            <a:avLst/>
          </a:prstGeom>
        </p:spPr>
      </p:pic>
      <p:sp>
        <p:nvSpPr>
          <p:cNvPr id="37" name="AutoShape 37"/>
          <p:cNvSpPr/>
          <p:nvPr/>
        </p:nvSpPr>
        <p:spPr>
          <a:xfrm>
            <a:off x="8572500" y="5047615"/>
            <a:ext cx="3048000" cy="3175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400" b="1" i="0" u="none" strike="noStrike">
                <a:solidFill>
                  <a:schemeClr val="accent1"/>
                </a:solidFill>
                <a:latin typeface="Noto Sans SC" panose="020B0200000000000000" charset="-122"/>
                <a:ea typeface="Noto Sans SC" panose="020B0200000000000000" charset="-122"/>
                <a:cs typeface="Noto Sans SC" panose="020B0200000000000000" charset="-122"/>
                <a:sym typeface="Noto Sans SC" panose="020B0200000000000000" charset="-122"/>
              </a:rPr>
              <a:t>异常风险前置化管控</a:t>
            </a:r>
          </a:p>
        </p:txBody>
      </p:sp>
      <p:sp>
        <p:nvSpPr>
          <p:cNvPr id="38" name="AutoShape 38"/>
          <p:cNvSpPr/>
          <p:nvPr/>
        </p:nvSpPr>
        <p:spPr>
          <a:xfrm>
            <a:off x="8191500" y="5428615"/>
            <a:ext cx="3302000" cy="635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系统自动校验合规性，对异常订单实时拦截预警，将采购风险从</a:t>
            </a:r>
            <a:r>
              <a:rPr lang="en-US" sz="1100" b="0" i="0" u="none" strike="noStrike">
                <a:solidFill>
                  <a:srgbClr val="4B5563"/>
                </a:solidFill>
                <a:latin typeface="Biennale"/>
                <a:ea typeface="Biennale"/>
                <a:cs typeface="Biennale"/>
                <a:sym typeface="Biennale"/>
              </a:rPr>
              <a:t>“</a:t>
            </a: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事后补救</a:t>
            </a:r>
            <a:r>
              <a:rPr lang="en-US" sz="1100" b="0" i="0" u="none" strike="noStrike">
                <a:solidFill>
                  <a:srgbClr val="4B5563"/>
                </a:solidFill>
                <a:latin typeface="Biennale"/>
                <a:ea typeface="Biennale"/>
                <a:cs typeface="Biennale"/>
                <a:sym typeface="Biennale"/>
              </a:rPr>
              <a:t>”</a:t>
            </a: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转为</a:t>
            </a:r>
            <a:r>
              <a:rPr lang="en-US" sz="1100" b="0" i="0" u="none" strike="noStrike">
                <a:solidFill>
                  <a:srgbClr val="4B5563"/>
                </a:solidFill>
                <a:latin typeface="Biennale"/>
                <a:ea typeface="Biennale"/>
                <a:cs typeface="Biennale"/>
                <a:sym typeface="Biennale"/>
              </a:rPr>
              <a:t>“</a:t>
            </a: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事前预防</a:t>
            </a:r>
            <a:r>
              <a:rPr lang="en-US" sz="1100" b="0" i="0" u="none" strike="noStrike">
                <a:solidFill>
                  <a:srgbClr val="4B5563"/>
                </a:solidFill>
                <a:latin typeface="Biennale"/>
                <a:ea typeface="Biennale"/>
                <a:cs typeface="Biennale"/>
                <a:sym typeface="Biennale"/>
              </a:rPr>
              <a:t>”</a:t>
            </a: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28625" y="6517632"/>
            <a:ext cx="1354217" cy="153888"/>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微软雅黑" panose="020B0503020204020204" charset="-122"/>
                <a:ea typeface="微软雅黑" panose="020B0503020204020204" charset="-122"/>
                <a:cs typeface="Biennale"/>
                <a:sym typeface="Biennale"/>
              </a:rPr>
              <a:t>Atos Confidential</a:t>
            </a:r>
          </a:p>
        </p:txBody>
      </p:sp>
      <p:sp>
        <p:nvSpPr>
          <p:cNvPr id="3" name="Freeform 3"/>
          <p:cNvSpPr/>
          <p:nvPr/>
        </p:nvSpPr>
        <p:spPr>
          <a:xfrm>
            <a:off x="10944224" y="6446085"/>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latin typeface="微软雅黑" panose="020B0503020204020204" charset="-122"/>
              <a:ea typeface="微软雅黑" panose="020B0503020204020204" charset="-122"/>
            </a:endParaRPr>
          </a:p>
        </p:txBody>
      </p:sp>
      <p:pic>
        <p:nvPicPr>
          <p:cNvPr id="4" name="Picture 4"/>
          <p:cNvPicPr>
            <a:picLocks noChangeAspect="1"/>
          </p:cNvPicPr>
          <p:nvPr/>
        </p:nvPicPr>
        <p:blipFill>
          <a:blip r:embed="rId3"/>
          <a:srcRect/>
          <a:stretch>
            <a:fillRect/>
          </a:stretch>
        </p:blipFill>
        <p:spPr>
          <a:xfrm>
            <a:off x="287947" y="6412870"/>
            <a:ext cx="1742736" cy="343961"/>
          </a:xfrm>
          <a:prstGeom prst="rect">
            <a:avLst/>
          </a:prstGeom>
          <a:noFill/>
          <a:ln w="25400" cap="flat" cmpd="sng">
            <a:noFill/>
            <a:prstDash val="solid"/>
            <a:round/>
          </a:ln>
        </p:spPr>
      </p:pic>
      <p:sp>
        <p:nvSpPr>
          <p:cNvPr id="5" name="AutoShape 5"/>
          <p:cNvSpPr/>
          <p:nvPr/>
        </p:nvSpPr>
        <p:spPr>
          <a:xfrm>
            <a:off x="428625" y="291465"/>
            <a:ext cx="10006965" cy="912495"/>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a:solidFill>
                  <a:srgbClr val="0073E6"/>
                </a:solidFill>
                <a:latin typeface="微软雅黑" panose="020B0503020204020204" charset="-122"/>
                <a:ea typeface="微软雅黑" panose="020B0503020204020204" charset="-122"/>
                <a:cs typeface="微软雅黑" panose="020B0503020204020204" charset="-122"/>
                <a:sym typeface="Biennale Bold"/>
              </a:rPr>
              <a:t>优先采用SAP标准功能，最小化定制开发降低实施风险</a:t>
            </a:r>
            <a:br>
              <a:rPr lang="en-US" sz="2800" b="1" i="0" u="none" strike="noStrike">
                <a:solidFill>
                  <a:srgbClr val="0073E6"/>
                </a:solidFill>
                <a:latin typeface="微软雅黑" panose="020B0503020204020204" charset="-122"/>
                <a:ea typeface="微软雅黑" panose="020B0503020204020204" charset="-122"/>
                <a:cs typeface="微软雅黑" panose="020B0503020204020204" charset="-122"/>
                <a:sym typeface="Biennale Bold"/>
              </a:rPr>
            </a:br>
            <a:br>
              <a:rPr lang="en-US" sz="2800" b="1" i="0" u="none" strike="noStrike">
                <a:solidFill>
                  <a:srgbClr val="0073E6"/>
                </a:solidFill>
                <a:latin typeface="微软雅黑" panose="020B0503020204020204" charset="-122"/>
                <a:ea typeface="微软雅黑" panose="020B0503020204020204" charset="-122"/>
                <a:cs typeface="微软雅黑" panose="020B0503020204020204" charset="-122"/>
                <a:sym typeface="Biennale Bold"/>
              </a:rPr>
            </a:br>
            <a:endParaRPr lang="en-US" sz="1100">
              <a:latin typeface="微软雅黑" panose="020B0503020204020204" charset="-122"/>
              <a:ea typeface="微软雅黑" panose="020B0503020204020204" charset="-122"/>
              <a:cs typeface="微软雅黑" panose="020B0503020204020204" charset="-122"/>
            </a:endParaRPr>
          </a:p>
        </p:txBody>
      </p:sp>
      <p:sp>
        <p:nvSpPr>
          <p:cNvPr id="6" name="AutoShape 6"/>
          <p:cNvSpPr/>
          <p:nvPr/>
        </p:nvSpPr>
        <p:spPr>
          <a:xfrm>
            <a:off x="508000" y="1214719"/>
            <a:ext cx="6604000" cy="4445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600" b="1" i="0" u="none" strike="noStrike">
                <a:solidFill>
                  <a:schemeClr val="accent1"/>
                </a:solidFill>
                <a:latin typeface="微软雅黑" panose="020B0503020204020204" charset="-122"/>
                <a:ea typeface="微软雅黑" panose="020B0503020204020204" charset="-122"/>
                <a:cs typeface="Noto Sans SC Bold"/>
                <a:sym typeface="Noto Sans SC Bold"/>
              </a:rPr>
              <a:t>标准功能优先清单</a:t>
            </a:r>
          </a:p>
        </p:txBody>
      </p:sp>
      <p:sp>
        <p:nvSpPr>
          <p:cNvPr id="7" name="AutoShape 7"/>
          <p:cNvSpPr/>
          <p:nvPr/>
        </p:nvSpPr>
        <p:spPr>
          <a:xfrm>
            <a:off x="508000" y="1849719"/>
            <a:ext cx="6604000" cy="1206500"/>
          </a:xfrm>
          <a:prstGeom prst="roundRect">
            <a:avLst>
              <a:gd name="adj" fmla="val 0"/>
            </a:avLst>
          </a:prstGeom>
          <a:solidFill>
            <a:schemeClr val="accent5">
              <a:lumMod val="20000"/>
              <a:lumOff val="80000"/>
            </a:schemeClr>
          </a:solidFill>
          <a:ln w="25400" cap="flat" cmpd="sng">
            <a:no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8" name="AutoShape 8"/>
          <p:cNvSpPr/>
          <p:nvPr/>
        </p:nvSpPr>
        <p:spPr>
          <a:xfrm>
            <a:off x="698500" y="1951319"/>
            <a:ext cx="6350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F2937"/>
                </a:solidFill>
                <a:latin typeface="微软雅黑" panose="020B0503020204020204" charset="-122"/>
                <a:ea typeface="微软雅黑" panose="020B0503020204020204" charset="-122"/>
                <a:cs typeface="微软雅黑" panose="020B0503020204020204" charset="-122"/>
                <a:sym typeface="Biennale"/>
              </a:rPr>
              <a:t>01</a:t>
            </a:r>
            <a:r>
              <a:rPr lang="en-US" sz="12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rPr>
              <a:t>价格管理：标准化定价与审批体系</a:t>
            </a:r>
            <a:endParaRPr lang="en-US" sz="1100">
              <a:latin typeface="微软雅黑" panose="020B0503020204020204" charset="-122"/>
              <a:ea typeface="微软雅黑" panose="020B0503020204020204" charset="-122"/>
              <a:cs typeface="微软雅黑" panose="020B0503020204020204" charset="-122"/>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2453342"/>
            <a:ext cx="177800" cy="177800"/>
          </a:xfrm>
          <a:prstGeom prst="rect">
            <a:avLst/>
          </a:prstGeom>
        </p:spPr>
      </p:pic>
      <p:sp>
        <p:nvSpPr>
          <p:cNvPr id="10" name="AutoShape 10"/>
          <p:cNvSpPr/>
          <p:nvPr/>
        </p:nvSpPr>
        <p:spPr>
          <a:xfrm>
            <a:off x="914400" y="2306919"/>
            <a:ext cx="1968500" cy="508000"/>
          </a:xfrm>
          <a:prstGeom prst="rect">
            <a:avLst/>
          </a:prstGeom>
          <a:noFill/>
          <a:ln w="12700" cap="flat" cmpd="sng">
            <a:noFill/>
            <a:prstDash val="solid"/>
            <a:round/>
          </a:ln>
        </p:spPr>
        <p:txBody>
          <a:bodyPr vert="horz" wrap="square" lIns="0" tIns="0" rIns="0" bIns="0" rtlCol="0" anchor="ctr">
            <a:noAutofit/>
          </a:bodyPr>
          <a:lstStyle/>
          <a:p>
            <a:pPr marL="0" indent="0" algn="l">
              <a:lnSpc>
                <a:spcPct val="92000"/>
              </a:lnSpc>
              <a:defRPr/>
            </a:pP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采购信息记录</a:t>
            </a: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Biennale"/>
              </a:rPr>
              <a:t>(PIR)</a:t>
            </a:r>
            <a:b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Biennale"/>
              </a:rPr>
            </a:b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价格主数据标准载体</a:t>
            </a:r>
            <a:endParaRPr lang="en-US" sz="1100">
              <a:latin typeface="微软雅黑" panose="020B0503020204020204" charset="-122"/>
              <a:ea typeface="微软雅黑" panose="020B0503020204020204" charset="-122"/>
              <a:cs typeface="微软雅黑" panose="020B0503020204020204" charset="-122"/>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857500" y="2453342"/>
            <a:ext cx="177800" cy="177800"/>
          </a:xfrm>
          <a:prstGeom prst="rect">
            <a:avLst/>
          </a:prstGeom>
        </p:spPr>
      </p:pic>
      <p:sp>
        <p:nvSpPr>
          <p:cNvPr id="12" name="AutoShape 12"/>
          <p:cNvSpPr/>
          <p:nvPr/>
        </p:nvSpPr>
        <p:spPr>
          <a:xfrm>
            <a:off x="3073400" y="2306919"/>
            <a:ext cx="1968500" cy="508000"/>
          </a:xfrm>
          <a:prstGeom prst="rect">
            <a:avLst/>
          </a:prstGeom>
          <a:noFill/>
          <a:ln w="12700" cap="flat" cmpd="sng">
            <a:noFill/>
            <a:prstDash val="solid"/>
            <a:round/>
          </a:ln>
        </p:spPr>
        <p:txBody>
          <a:bodyPr vert="horz" wrap="square" lIns="0" tIns="0" rIns="0" bIns="0" rtlCol="0" anchor="ctr">
            <a:noAutofit/>
          </a:bodyPr>
          <a:lstStyle/>
          <a:p>
            <a:pPr marL="0" indent="0" algn="l">
              <a:lnSpc>
                <a:spcPct val="92000"/>
              </a:lnSpc>
              <a:defRPr/>
            </a:pP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条件技术</a:t>
            </a: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Biennale"/>
              </a:rPr>
              <a:t>(Condition)</a:t>
            </a:r>
            <a:b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Biennale"/>
              </a:rPr>
            </a:b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灵活配置定价策略</a:t>
            </a:r>
            <a:endParaRPr lang="en-US" sz="1100">
              <a:latin typeface="微软雅黑" panose="020B0503020204020204" charset="-122"/>
              <a:ea typeface="微软雅黑" panose="020B0503020204020204" charset="-122"/>
              <a:cs typeface="微软雅黑" panose="020B0503020204020204" charset="-122"/>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62500" y="2453342"/>
            <a:ext cx="177800" cy="177800"/>
          </a:xfrm>
          <a:prstGeom prst="rect">
            <a:avLst/>
          </a:prstGeom>
        </p:spPr>
      </p:pic>
      <p:sp>
        <p:nvSpPr>
          <p:cNvPr id="14" name="AutoShape 14"/>
          <p:cNvSpPr/>
          <p:nvPr/>
        </p:nvSpPr>
        <p:spPr>
          <a:xfrm>
            <a:off x="4978400" y="2306919"/>
            <a:ext cx="1968500" cy="508000"/>
          </a:xfrm>
          <a:prstGeom prst="rect">
            <a:avLst/>
          </a:prstGeom>
          <a:noFill/>
          <a:ln w="12700" cap="flat" cmpd="sng">
            <a:noFill/>
            <a:prstDash val="solid"/>
            <a:round/>
          </a:ln>
        </p:spPr>
        <p:txBody>
          <a:bodyPr vert="horz" wrap="square" lIns="0" tIns="0" rIns="0" bIns="0" rtlCol="0" anchor="ctr">
            <a:noAutofit/>
          </a:bodyPr>
          <a:lstStyle/>
          <a:p>
            <a:pPr marL="0" indent="0" algn="l">
              <a:lnSpc>
                <a:spcPct val="92000"/>
              </a:lnSpc>
              <a:defRPr/>
            </a:pP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审批策略</a:t>
            </a: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Biennale"/>
              </a:rPr>
              <a:t>(Release)</a:t>
            </a:r>
            <a:b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Biennale"/>
              </a:rPr>
            </a:b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多级价格变更管控</a:t>
            </a:r>
            <a:endParaRPr lang="en-US" sz="1100">
              <a:latin typeface="微软雅黑" panose="020B0503020204020204" charset="-122"/>
              <a:ea typeface="微软雅黑" panose="020B0503020204020204" charset="-122"/>
              <a:cs typeface="微软雅黑" panose="020B0503020204020204" charset="-122"/>
            </a:endParaRPr>
          </a:p>
        </p:txBody>
      </p:sp>
      <p:sp>
        <p:nvSpPr>
          <p:cNvPr id="15" name="AutoShape 15"/>
          <p:cNvSpPr/>
          <p:nvPr/>
        </p:nvSpPr>
        <p:spPr>
          <a:xfrm>
            <a:off x="508000" y="3246719"/>
            <a:ext cx="6604000" cy="1206500"/>
          </a:xfrm>
          <a:prstGeom prst="roundRect">
            <a:avLst>
              <a:gd name="adj" fmla="val 0"/>
            </a:avLst>
          </a:prstGeom>
          <a:solidFill>
            <a:schemeClr val="accent5">
              <a:lumMod val="20000"/>
              <a:lumOff val="80000"/>
            </a:schemeClr>
          </a:solidFill>
          <a:ln w="25400" cap="flat" cmpd="sng">
            <a:noFill/>
            <a:prstDash val="solid"/>
            <a:round/>
          </a:ln>
        </p:spPr>
        <p:txBody>
          <a:bodyPr vert="horz" wrap="square" lIns="0" tIns="0" rIns="0" bIns="0" rtlCol="0" anchor="ctr" anchorCtr="0">
            <a:noAutofit/>
          </a:bodyPr>
          <a:lstStyle/>
          <a:p>
            <a:pPr lvl="0" algn="ctr">
              <a:buSzTx/>
              <a:defRPr/>
            </a:pPr>
            <a:endParaRPr>
              <a:latin typeface="微软雅黑" panose="020B0503020204020204" charset="-122"/>
              <a:ea typeface="微软雅黑" panose="020B0503020204020204" charset="-122"/>
              <a:sym typeface="+mn-ea"/>
            </a:endParaRPr>
          </a:p>
        </p:txBody>
      </p:sp>
      <p:sp>
        <p:nvSpPr>
          <p:cNvPr id="16" name="AutoShape 16"/>
          <p:cNvSpPr/>
          <p:nvPr/>
        </p:nvSpPr>
        <p:spPr>
          <a:xfrm>
            <a:off x="698500" y="3348319"/>
            <a:ext cx="6350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F2937"/>
                </a:solidFill>
                <a:latin typeface="微软雅黑" panose="020B0503020204020204" charset="-122"/>
                <a:ea typeface="微软雅黑" panose="020B0503020204020204" charset="-122"/>
                <a:cs typeface="微软雅黑" panose="020B0503020204020204" charset="-122"/>
                <a:sym typeface="Biennale"/>
              </a:rPr>
              <a:t>02</a:t>
            </a:r>
            <a:r>
              <a:rPr lang="en-US" sz="12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rPr>
              <a:t>货源管理：合规准入与自动分配</a:t>
            </a:r>
            <a:endParaRPr lang="en-US" sz="1100">
              <a:latin typeface="微软雅黑" panose="020B0503020204020204" charset="-122"/>
              <a:ea typeface="微软雅黑" panose="020B0503020204020204" charset="-122"/>
              <a:cs typeface="微软雅黑" panose="020B0503020204020204" charset="-122"/>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8500" y="3850342"/>
            <a:ext cx="177800" cy="177800"/>
          </a:xfrm>
          <a:prstGeom prst="rect">
            <a:avLst/>
          </a:prstGeom>
        </p:spPr>
      </p:pic>
      <p:sp>
        <p:nvSpPr>
          <p:cNvPr id="18" name="AutoShape 18"/>
          <p:cNvSpPr/>
          <p:nvPr/>
        </p:nvSpPr>
        <p:spPr>
          <a:xfrm>
            <a:off x="914400" y="3703919"/>
            <a:ext cx="1968500" cy="508000"/>
          </a:xfrm>
          <a:prstGeom prst="rect">
            <a:avLst/>
          </a:prstGeom>
          <a:noFill/>
          <a:ln w="12700" cap="flat" cmpd="sng">
            <a:noFill/>
            <a:prstDash val="solid"/>
            <a:round/>
          </a:ln>
        </p:spPr>
        <p:txBody>
          <a:bodyPr vert="horz" wrap="square" lIns="0" tIns="0" rIns="0" bIns="0" rtlCol="0" anchor="ctr">
            <a:noAutofit/>
          </a:bodyPr>
          <a:lstStyle/>
          <a:p>
            <a:pPr marL="0" indent="0" algn="l">
              <a:lnSpc>
                <a:spcPct val="92000"/>
              </a:lnSpc>
              <a:defRPr/>
            </a:pP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货源清单管控</a:t>
            </a:r>
            <a:b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锁定合格供应商范围</a:t>
            </a:r>
            <a:endParaRPr lang="en-US" sz="1100">
              <a:latin typeface="微软雅黑" panose="020B0503020204020204" charset="-122"/>
              <a:ea typeface="微软雅黑" panose="020B0503020204020204" charset="-122"/>
              <a:cs typeface="微软雅黑" panose="020B0503020204020204" charset="-122"/>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857500" y="3850342"/>
            <a:ext cx="177800" cy="177800"/>
          </a:xfrm>
          <a:prstGeom prst="rect">
            <a:avLst/>
          </a:prstGeom>
        </p:spPr>
      </p:pic>
      <p:sp>
        <p:nvSpPr>
          <p:cNvPr id="20" name="AutoShape 20"/>
          <p:cNvSpPr/>
          <p:nvPr/>
        </p:nvSpPr>
        <p:spPr>
          <a:xfrm>
            <a:off x="3073400" y="3703919"/>
            <a:ext cx="1968500" cy="508000"/>
          </a:xfrm>
          <a:prstGeom prst="rect">
            <a:avLst/>
          </a:prstGeom>
          <a:noFill/>
          <a:ln w="12700" cap="flat" cmpd="sng">
            <a:noFill/>
            <a:prstDash val="solid"/>
            <a:round/>
          </a:ln>
        </p:spPr>
        <p:txBody>
          <a:bodyPr vert="horz" wrap="square" lIns="0" tIns="0" rIns="0" bIns="0" rtlCol="0" anchor="ctr">
            <a:noAutofit/>
          </a:bodyPr>
          <a:lstStyle/>
          <a:p>
            <a:pPr marL="0" indent="0" algn="l">
              <a:lnSpc>
                <a:spcPct val="92000"/>
              </a:lnSpc>
              <a:defRPr/>
            </a:pP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配额协议分配</a:t>
            </a:r>
            <a:b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按比例自动分单</a:t>
            </a:r>
            <a:endParaRPr lang="en-US" sz="1100">
              <a:latin typeface="微软雅黑" panose="020B0503020204020204" charset="-122"/>
              <a:ea typeface="微软雅黑" panose="020B0503020204020204" charset="-122"/>
              <a:cs typeface="微软雅黑" panose="020B0503020204020204" charset="-122"/>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762500" y="3850342"/>
            <a:ext cx="177800" cy="177800"/>
          </a:xfrm>
          <a:prstGeom prst="rect">
            <a:avLst/>
          </a:prstGeom>
        </p:spPr>
      </p:pic>
      <p:sp>
        <p:nvSpPr>
          <p:cNvPr id="22" name="AutoShape 22"/>
          <p:cNvSpPr/>
          <p:nvPr/>
        </p:nvSpPr>
        <p:spPr>
          <a:xfrm>
            <a:off x="4978400" y="3703919"/>
            <a:ext cx="1968500" cy="508000"/>
          </a:xfrm>
          <a:prstGeom prst="rect">
            <a:avLst/>
          </a:prstGeom>
          <a:noFill/>
          <a:ln w="12700" cap="flat" cmpd="sng">
            <a:noFill/>
            <a:prstDash val="solid"/>
            <a:round/>
          </a:ln>
        </p:spPr>
        <p:txBody>
          <a:bodyPr vert="horz" wrap="square" lIns="0" tIns="0" rIns="0" bIns="0" rtlCol="0" anchor="ctr">
            <a:noAutofit/>
          </a:bodyPr>
          <a:lstStyle/>
          <a:p>
            <a:pPr marL="0" indent="0" algn="l">
              <a:lnSpc>
                <a:spcPct val="92000"/>
              </a:lnSpc>
              <a:defRPr/>
            </a:pP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自动货源确定</a:t>
            </a:r>
            <a:b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减少人工干预误差</a:t>
            </a:r>
            <a:endParaRPr lang="en-US" sz="1100">
              <a:latin typeface="微软雅黑" panose="020B0503020204020204" charset="-122"/>
              <a:ea typeface="微软雅黑" panose="020B0503020204020204" charset="-122"/>
              <a:cs typeface="微软雅黑" panose="020B0503020204020204" charset="-122"/>
            </a:endParaRPr>
          </a:p>
        </p:txBody>
      </p:sp>
      <p:sp>
        <p:nvSpPr>
          <p:cNvPr id="23" name="AutoShape 23"/>
          <p:cNvSpPr/>
          <p:nvPr/>
        </p:nvSpPr>
        <p:spPr>
          <a:xfrm>
            <a:off x="508000" y="4643719"/>
            <a:ext cx="6604000" cy="1143000"/>
          </a:xfrm>
          <a:prstGeom prst="roundRect">
            <a:avLst>
              <a:gd name="adj" fmla="val 0"/>
            </a:avLst>
          </a:prstGeom>
          <a:solidFill>
            <a:schemeClr val="accent5">
              <a:lumMod val="20000"/>
              <a:lumOff val="80000"/>
            </a:schemeClr>
          </a:solidFill>
          <a:ln w="25400" cap="flat" cmpd="sng">
            <a:noFill/>
            <a:prstDash val="solid"/>
            <a:round/>
          </a:ln>
        </p:spPr>
        <p:txBody>
          <a:bodyPr vert="horz" wrap="square" lIns="0" tIns="0" rIns="0" bIns="0" rtlCol="0" anchor="ctr" anchorCtr="0">
            <a:noAutofit/>
          </a:bodyPr>
          <a:lstStyle/>
          <a:p>
            <a:pPr lvl="0" algn="ctr">
              <a:buSzTx/>
              <a:defRPr/>
            </a:pPr>
            <a:endParaRPr>
              <a:latin typeface="微软雅黑" panose="020B0503020204020204" charset="-122"/>
              <a:ea typeface="微软雅黑" panose="020B0503020204020204" charset="-122"/>
              <a:sym typeface="+mn-ea"/>
            </a:endParaRPr>
          </a:p>
        </p:txBody>
      </p:sp>
      <p:sp>
        <p:nvSpPr>
          <p:cNvPr id="24" name="AutoShape 24"/>
          <p:cNvSpPr/>
          <p:nvPr/>
        </p:nvSpPr>
        <p:spPr>
          <a:xfrm>
            <a:off x="698500" y="4745319"/>
            <a:ext cx="6350000" cy="3048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1F2937"/>
                </a:solidFill>
                <a:latin typeface="微软雅黑" panose="020B0503020204020204" charset="-122"/>
                <a:ea typeface="微软雅黑" panose="020B0503020204020204" charset="-122"/>
                <a:cs typeface="微软雅黑" panose="020B0503020204020204" charset="-122"/>
                <a:sym typeface="Biennale"/>
              </a:rPr>
              <a:t>03</a:t>
            </a:r>
            <a:r>
              <a:rPr lang="en-US" sz="12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rPr>
              <a:t>执行控制：业务合规的刚性保障</a:t>
            </a:r>
            <a:endParaRPr lang="en-US" sz="1100">
              <a:latin typeface="微软雅黑" panose="020B0503020204020204" charset="-122"/>
              <a:ea typeface="微软雅黑" panose="020B0503020204020204" charset="-122"/>
              <a:cs typeface="微软雅黑" panose="020B0503020204020204" charset="-122"/>
            </a:endParaRPr>
          </a:p>
        </p:txBody>
      </p:sp>
      <p:pic>
        <p:nvPicPr>
          <p:cNvPr id="25" name="Picture 2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98500" y="5247342"/>
            <a:ext cx="177800" cy="177800"/>
          </a:xfrm>
          <a:prstGeom prst="rect">
            <a:avLst/>
          </a:prstGeom>
        </p:spPr>
      </p:pic>
      <p:sp>
        <p:nvSpPr>
          <p:cNvPr id="26" name="AutoShape 26"/>
          <p:cNvSpPr/>
          <p:nvPr/>
        </p:nvSpPr>
        <p:spPr>
          <a:xfrm>
            <a:off x="914400" y="5100919"/>
            <a:ext cx="1968500" cy="508000"/>
          </a:xfrm>
          <a:prstGeom prst="rect">
            <a:avLst/>
          </a:prstGeom>
          <a:noFill/>
          <a:ln w="12700" cap="flat" cmpd="sng">
            <a:noFill/>
            <a:prstDash val="solid"/>
            <a:round/>
          </a:ln>
        </p:spPr>
        <p:txBody>
          <a:bodyPr vert="horz" wrap="square" lIns="0" tIns="0" rIns="0" bIns="0" rtlCol="0" anchor="ctr">
            <a:noAutofit/>
          </a:bodyPr>
          <a:lstStyle/>
          <a:p>
            <a:pPr marL="0" indent="0" algn="l">
              <a:lnSpc>
                <a:spcPct val="92000"/>
              </a:lnSpc>
              <a:defRPr/>
            </a:pP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订单价格校验</a:t>
            </a:r>
            <a:b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杜绝超基准定价</a:t>
            </a:r>
            <a:endParaRPr lang="en-US" sz="1100">
              <a:latin typeface="微软雅黑" panose="020B0503020204020204" charset="-122"/>
              <a:ea typeface="微软雅黑" panose="020B0503020204020204" charset="-122"/>
              <a:cs typeface="微软雅黑" panose="020B0503020204020204" charset="-122"/>
            </a:endParaRPr>
          </a:p>
        </p:txBody>
      </p:sp>
      <p:pic>
        <p:nvPicPr>
          <p:cNvPr id="27" name="Picture 2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857500" y="5247342"/>
            <a:ext cx="177800" cy="177800"/>
          </a:xfrm>
          <a:prstGeom prst="rect">
            <a:avLst/>
          </a:prstGeom>
        </p:spPr>
      </p:pic>
      <p:sp>
        <p:nvSpPr>
          <p:cNvPr id="28" name="AutoShape 28"/>
          <p:cNvSpPr/>
          <p:nvPr/>
        </p:nvSpPr>
        <p:spPr>
          <a:xfrm>
            <a:off x="3073400" y="5100919"/>
            <a:ext cx="1968500" cy="508000"/>
          </a:xfrm>
          <a:prstGeom prst="rect">
            <a:avLst/>
          </a:prstGeom>
          <a:noFill/>
          <a:ln w="12700" cap="flat" cmpd="sng">
            <a:noFill/>
            <a:prstDash val="solid"/>
            <a:round/>
          </a:ln>
        </p:spPr>
        <p:txBody>
          <a:bodyPr vert="horz" wrap="square" lIns="0" tIns="0" rIns="0" bIns="0" rtlCol="0" anchor="ctr">
            <a:noAutofit/>
          </a:bodyPr>
          <a:lstStyle/>
          <a:p>
            <a:pPr marL="0" indent="0" algn="l">
              <a:lnSpc>
                <a:spcPct val="92000"/>
              </a:lnSpc>
              <a:defRPr/>
            </a:pP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收货容差控制</a:t>
            </a:r>
            <a:b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防止超额</a:t>
            </a: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Biennale"/>
              </a:rPr>
              <a:t>/</a:t>
            </a: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短收风险</a:t>
            </a:r>
            <a:endParaRPr lang="en-US" sz="1100">
              <a:latin typeface="微软雅黑" panose="020B0503020204020204" charset="-122"/>
              <a:ea typeface="微软雅黑" panose="020B0503020204020204" charset="-122"/>
              <a:cs typeface="微软雅黑" panose="020B0503020204020204" charset="-122"/>
            </a:endParaRPr>
          </a:p>
        </p:txBody>
      </p:sp>
      <p:pic>
        <p:nvPicPr>
          <p:cNvPr id="29" name="Picture 2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762500" y="5247342"/>
            <a:ext cx="177800" cy="177800"/>
          </a:xfrm>
          <a:prstGeom prst="rect">
            <a:avLst/>
          </a:prstGeom>
        </p:spPr>
      </p:pic>
      <p:sp>
        <p:nvSpPr>
          <p:cNvPr id="30" name="AutoShape 30"/>
          <p:cNvSpPr/>
          <p:nvPr/>
        </p:nvSpPr>
        <p:spPr>
          <a:xfrm>
            <a:off x="4978400" y="5100919"/>
            <a:ext cx="1968500" cy="508000"/>
          </a:xfrm>
          <a:prstGeom prst="rect">
            <a:avLst/>
          </a:prstGeom>
          <a:noFill/>
          <a:ln w="12700" cap="flat" cmpd="sng">
            <a:noFill/>
            <a:prstDash val="solid"/>
            <a:round/>
          </a:ln>
        </p:spPr>
        <p:txBody>
          <a:bodyPr vert="horz" wrap="square" lIns="0" tIns="0" rIns="0" bIns="0" rtlCol="0" anchor="ctr">
            <a:noAutofit/>
          </a:bodyPr>
          <a:lstStyle/>
          <a:p>
            <a:pPr marL="0" indent="0" algn="l">
              <a:lnSpc>
                <a:spcPct val="92000"/>
              </a:lnSpc>
              <a:defRPr/>
            </a:pP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消息输出控制</a:t>
            </a:r>
            <a:b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标准单据分发配置</a:t>
            </a:r>
            <a:endParaRPr lang="en-US" sz="1100">
              <a:latin typeface="微软雅黑" panose="020B0503020204020204" charset="-122"/>
              <a:ea typeface="微软雅黑" panose="020B0503020204020204" charset="-122"/>
              <a:cs typeface="微软雅黑" panose="020B0503020204020204" charset="-122"/>
            </a:endParaRPr>
          </a:p>
        </p:txBody>
      </p:sp>
      <p:sp>
        <p:nvSpPr>
          <p:cNvPr id="31" name="AutoShape 31"/>
          <p:cNvSpPr/>
          <p:nvPr/>
        </p:nvSpPr>
        <p:spPr>
          <a:xfrm>
            <a:off x="7493000" y="1214719"/>
            <a:ext cx="4191000" cy="4445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600" b="1" i="0" u="none" strike="noStrike">
                <a:solidFill>
                  <a:schemeClr val="accent5"/>
                </a:solidFill>
                <a:latin typeface="微软雅黑" panose="020B0503020204020204" charset="-122"/>
                <a:ea typeface="微软雅黑" panose="020B0503020204020204" charset="-122"/>
                <a:cs typeface="微软雅黑" panose="020B0503020204020204" charset="-122"/>
                <a:sym typeface="Noto Sans SC Bold"/>
              </a:rPr>
              <a:t>需增强</a:t>
            </a:r>
            <a:r>
              <a:rPr lang="en-US" sz="1600" b="1" i="0" u="none" strike="noStrike">
                <a:solidFill>
                  <a:schemeClr val="accent5"/>
                </a:solidFill>
                <a:latin typeface="微软雅黑" panose="020B0503020204020204" charset="-122"/>
                <a:ea typeface="微软雅黑" panose="020B0503020204020204" charset="-122"/>
                <a:cs typeface="微软雅黑" panose="020B0503020204020204" charset="-122"/>
                <a:sym typeface="Biennale"/>
              </a:rPr>
              <a:t>/</a:t>
            </a:r>
            <a:r>
              <a:rPr lang="en-US" sz="1600" b="1" i="0" u="none" strike="noStrike">
                <a:solidFill>
                  <a:schemeClr val="accent5"/>
                </a:solidFill>
                <a:latin typeface="微软雅黑" panose="020B0503020204020204" charset="-122"/>
                <a:ea typeface="微软雅黑" panose="020B0503020204020204" charset="-122"/>
                <a:cs typeface="微软雅黑" panose="020B0503020204020204" charset="-122"/>
                <a:sym typeface="Noto Sans SC Bold"/>
              </a:rPr>
              <a:t>开发事项</a:t>
            </a:r>
          </a:p>
        </p:txBody>
      </p:sp>
      <p:sp>
        <p:nvSpPr>
          <p:cNvPr id="32" name="AutoShape 32"/>
          <p:cNvSpPr/>
          <p:nvPr/>
        </p:nvSpPr>
        <p:spPr>
          <a:xfrm>
            <a:off x="7493000" y="1849719"/>
            <a:ext cx="4191000" cy="3746500"/>
          </a:xfrm>
          <a:prstGeom prst="roundRect">
            <a:avLst>
              <a:gd name="adj" fmla="val 0"/>
            </a:avLst>
          </a:prstGeom>
          <a:solidFill>
            <a:schemeClr val="accent5">
              <a:lumMod val="20000"/>
              <a:lumOff val="80000"/>
            </a:schemeClr>
          </a:solidFill>
          <a:ln w="25400" cap="flat" cmpd="sng">
            <a:noFill/>
            <a:prstDash val="solid"/>
            <a:round/>
          </a:ln>
        </p:spPr>
        <p:txBody>
          <a:bodyPr vert="horz" wrap="square" lIns="0" tIns="0" rIns="0" bIns="0" rtlCol="0" anchor="ctr" anchorCtr="0">
            <a:noAutofit/>
          </a:bodyPr>
          <a:lstStyle/>
          <a:p>
            <a:pPr lvl="0" algn="ctr">
              <a:buSzTx/>
              <a:defRPr/>
            </a:pPr>
            <a:endParaRPr>
              <a:latin typeface="微软雅黑" panose="020B0503020204020204" charset="-122"/>
              <a:ea typeface="微软雅黑" panose="020B0503020204020204" charset="-122"/>
              <a:sym typeface="+mn-ea"/>
            </a:endParaRPr>
          </a:p>
        </p:txBody>
      </p:sp>
      <p:pic>
        <p:nvPicPr>
          <p:cNvPr id="33" name="Picture 3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683500" y="2263589"/>
            <a:ext cx="203200" cy="203200"/>
          </a:xfrm>
          <a:prstGeom prst="rect">
            <a:avLst/>
          </a:prstGeom>
        </p:spPr>
      </p:pic>
      <p:sp>
        <p:nvSpPr>
          <p:cNvPr id="34" name="AutoShape 34"/>
          <p:cNvSpPr/>
          <p:nvPr/>
        </p:nvSpPr>
        <p:spPr>
          <a:xfrm>
            <a:off x="7937500" y="2103719"/>
            <a:ext cx="3746500" cy="5588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1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价格到期预警报表：</a:t>
            </a:r>
            <a:r>
              <a:rPr lang="en-US" sz="11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rPr>
              <a:t>基于条件记录有效期的自定义提醒清单，主动预警即将失效的价格。</a:t>
            </a:r>
            <a:endParaRPr lang="en-US" sz="1100">
              <a:latin typeface="微软雅黑" panose="020B0503020204020204" charset="-122"/>
              <a:ea typeface="微软雅黑" panose="020B0503020204020204" charset="-122"/>
            </a:endParaRPr>
          </a:p>
        </p:txBody>
      </p:sp>
      <p:pic>
        <p:nvPicPr>
          <p:cNvPr id="35" name="Picture 3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683500" y="2962089"/>
            <a:ext cx="203200" cy="203200"/>
          </a:xfrm>
          <a:prstGeom prst="rect">
            <a:avLst/>
          </a:prstGeom>
        </p:spPr>
      </p:pic>
      <p:sp>
        <p:nvSpPr>
          <p:cNvPr id="36" name="AutoShape 36"/>
          <p:cNvSpPr/>
          <p:nvPr/>
        </p:nvSpPr>
        <p:spPr>
          <a:xfrm>
            <a:off x="7937500" y="2802219"/>
            <a:ext cx="3746500" cy="5588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1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rPr>
              <a:t>非货源供应商拦截增强：</a:t>
            </a: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在申请</a:t>
            </a: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Biennale"/>
              </a:rPr>
              <a:t>/</a:t>
            </a: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订单环节实现强管控，对非清单供应商进行硬性拦截。</a:t>
            </a:r>
            <a:endParaRPr lang="en-US" sz="1100">
              <a:latin typeface="微软雅黑" panose="020B0503020204020204" charset="-122"/>
              <a:ea typeface="微软雅黑" panose="020B0503020204020204" charset="-122"/>
              <a:cs typeface="微软雅黑" panose="020B0503020204020204" charset="-122"/>
            </a:endParaRPr>
          </a:p>
        </p:txBody>
      </p:sp>
      <p:pic>
        <p:nvPicPr>
          <p:cNvPr id="37" name="Picture 3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683500" y="3660589"/>
            <a:ext cx="203200" cy="203200"/>
          </a:xfrm>
          <a:prstGeom prst="rect">
            <a:avLst/>
          </a:prstGeom>
        </p:spPr>
      </p:pic>
      <p:sp>
        <p:nvSpPr>
          <p:cNvPr id="38" name="AutoShape 38"/>
          <p:cNvSpPr/>
          <p:nvPr/>
        </p:nvSpPr>
        <p:spPr>
          <a:xfrm>
            <a:off x="7937500" y="3500719"/>
            <a:ext cx="3746500" cy="5588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1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配额执行偏差分析：</a:t>
            </a:r>
            <a:r>
              <a:rPr lang="en-US" sz="11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rPr>
              <a:t>跨周期的配额实际消耗与计划对比，识别并分析偏差原因。</a:t>
            </a:r>
            <a:endParaRPr lang="en-US" sz="1100">
              <a:latin typeface="微软雅黑" panose="020B0503020204020204" charset="-122"/>
              <a:ea typeface="微软雅黑" panose="020B0503020204020204" charset="-122"/>
            </a:endParaRPr>
          </a:p>
        </p:txBody>
      </p:sp>
      <p:pic>
        <p:nvPicPr>
          <p:cNvPr id="39" name="Picture 3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683500" y="4359089"/>
            <a:ext cx="203200" cy="203200"/>
          </a:xfrm>
          <a:prstGeom prst="rect">
            <a:avLst/>
          </a:prstGeom>
        </p:spPr>
      </p:pic>
      <p:sp>
        <p:nvSpPr>
          <p:cNvPr id="40" name="AutoShape 40"/>
          <p:cNvSpPr/>
          <p:nvPr/>
        </p:nvSpPr>
        <p:spPr>
          <a:xfrm>
            <a:off x="7937500" y="4199219"/>
            <a:ext cx="3746500" cy="5588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100" b="1" i="0" u="none" strike="noStrike">
                <a:solidFill>
                  <a:srgbClr val="1F2937"/>
                </a:solidFill>
                <a:latin typeface="微软雅黑" panose="020B0503020204020204" charset="-122"/>
                <a:ea typeface="微软雅黑" panose="020B0503020204020204" charset="-122"/>
                <a:cs typeface="微软雅黑" panose="020B0503020204020204" charset="-122"/>
                <a:sym typeface="Biennale"/>
              </a:rPr>
              <a:t>SRM</a:t>
            </a:r>
            <a:r>
              <a:rPr lang="en-US" sz="11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rPr>
              <a:t>接口监控看板：</a:t>
            </a: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对接状态、异常日志与重发机制的可视化监控，保障数据一致性。</a:t>
            </a:r>
            <a:endParaRPr lang="en-US" sz="1100">
              <a:latin typeface="微软雅黑" panose="020B0503020204020204" charset="-122"/>
              <a:ea typeface="微软雅黑" panose="020B0503020204020204" charset="-122"/>
              <a:cs typeface="微软雅黑" panose="020B0503020204020204" charset="-122"/>
            </a:endParaRPr>
          </a:p>
        </p:txBody>
      </p:sp>
      <p:pic>
        <p:nvPicPr>
          <p:cNvPr id="41" name="Picture 4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683500" y="5057589"/>
            <a:ext cx="203200" cy="203200"/>
          </a:xfrm>
          <a:prstGeom prst="rect">
            <a:avLst/>
          </a:prstGeom>
        </p:spPr>
      </p:pic>
      <p:sp>
        <p:nvSpPr>
          <p:cNvPr id="42" name="AutoShape 42"/>
          <p:cNvSpPr/>
          <p:nvPr/>
        </p:nvSpPr>
        <p:spPr>
          <a:xfrm>
            <a:off x="7937500" y="4897719"/>
            <a:ext cx="3746500" cy="5588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1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rPr>
              <a:t>采购异常全景看板：</a:t>
            </a: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整合价格、货源、交期等异常的</a:t>
            </a: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Biennale"/>
              </a:rPr>
              <a:t>Fiori</a:t>
            </a: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分析卡片，提升决策效率。</a:t>
            </a:r>
            <a:endParaRPr lang="en-US" sz="1100">
              <a:latin typeface="微软雅黑" panose="020B0503020204020204" charset="-122"/>
              <a:ea typeface="微软雅黑" panose="020B0503020204020204" charset="-122"/>
              <a:cs typeface="微软雅黑" panose="020B0503020204020204" charset="-122"/>
            </a:endParaRPr>
          </a:p>
        </p:txBody>
      </p:sp>
      <p:sp>
        <p:nvSpPr>
          <p:cNvPr id="43" name="AutoShape 43"/>
          <p:cNvSpPr/>
          <p:nvPr/>
        </p:nvSpPr>
        <p:spPr>
          <a:xfrm>
            <a:off x="0" y="5977219"/>
            <a:ext cx="12192000" cy="381000"/>
          </a:xfrm>
          <a:prstGeom prst="roundRect">
            <a:avLst>
              <a:gd name="adj" fmla="val 0"/>
            </a:avLst>
          </a:prstGeom>
          <a:solidFill>
            <a:srgbClr val="F3F4F6">
              <a:alpha val="100000"/>
            </a:srgbClr>
          </a:solidFill>
          <a:ln w="25400" cap="flat" cmpd="sng">
            <a:no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44" name="AutoShape 44"/>
          <p:cNvSpPr/>
          <p:nvPr/>
        </p:nvSpPr>
        <p:spPr>
          <a:xfrm>
            <a:off x="254000" y="6015319"/>
            <a:ext cx="11684000" cy="317500"/>
          </a:xfrm>
          <a:prstGeom prst="rect">
            <a:avLst/>
          </a:prstGeom>
          <a:noFill/>
          <a:ln w="12700" cap="flat" cmpd="sng">
            <a:noFill/>
            <a:prstDash val="solid"/>
            <a:round/>
          </a:ln>
        </p:spPr>
        <p:txBody>
          <a:bodyPr vert="horz" wrap="square" lIns="0" tIns="0" rIns="0" bIns="0" rtlCol="0" anchor="ctr">
            <a:noAutofit/>
          </a:bodyPr>
          <a:lstStyle/>
          <a:p>
            <a:pPr marL="0" indent="0" algn="ctr">
              <a:lnSpc>
                <a:spcPct val="125000"/>
              </a:lnSpc>
              <a:defRPr/>
            </a:pPr>
            <a:r>
              <a:rPr lang="en-US" sz="1200" b="0" i="1"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实施原则：标准功能覆盖率达到</a:t>
            </a:r>
            <a:r>
              <a:rPr lang="en-US" sz="1200" b="0" i="1" u="none" strike="noStrike">
                <a:solidFill>
                  <a:srgbClr val="6B7280"/>
                </a:solidFill>
                <a:latin typeface="微软雅黑" panose="020B0503020204020204" charset="-122"/>
                <a:ea typeface="微软雅黑" panose="020B0503020204020204" charset="-122"/>
                <a:cs typeface="微软雅黑" panose="020B0503020204020204" charset="-122"/>
                <a:sym typeface="Biennale"/>
              </a:rPr>
              <a:t>85%</a:t>
            </a:r>
            <a:r>
              <a:rPr lang="en-US" sz="1200" b="0" i="1" u="none" strike="noStrike">
                <a:solidFill>
                  <a:srgbClr val="6B7280"/>
                </a:solidFill>
                <a:latin typeface="微软雅黑" panose="020B0503020204020204" charset="-122"/>
                <a:ea typeface="微软雅黑" panose="020B0503020204020204" charset="-122"/>
                <a:cs typeface="微软雅黑" panose="020B0503020204020204" charset="-122"/>
                <a:sym typeface="Noto Sans SC" panose="020B0200000000000000" charset="-122"/>
              </a:rPr>
              <a:t>以上，仅在标准功能无法满足的关键业务场景进行增强开发，确保系统稳定性与可维护性。</a:t>
            </a:r>
            <a:endParaRPr lang="en-US" sz="110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08" hasCustomPrompt="1"/>
          </p:nvPr>
        </p:nvSpPr>
        <p:spPr>
          <a:prstGeom prst="rect">
            <a:avLst/>
          </a:prstGeom>
        </p:spPr>
        <p:txBody>
          <a:bodyPr wrap="square" lIns="0" tIns="0" rIns="0" bIns="0" anchor="t">
            <a:noAutofit/>
          </a:bodyPr>
          <a:lstStyle>
            <a:lvl1pPr algn="l">
              <a:lnSpc>
                <a:spcPct val="100000"/>
              </a:lnSpc>
              <a:defRPr sz="2800" b="1" i="0" u="none" strike="noStrike" spc="0">
                <a:solidFill>
                  <a:srgbClr val="0073E6">
                    <a:alpha val="100000"/>
                  </a:srgbClr>
                </a:solidFill>
                <a:latin typeface="Biennale Bold"/>
              </a:defRPr>
            </a:lvl1pPr>
          </a:lstStyle>
          <a:p>
            <a:pPr marL="0" indent="0" algn="l">
              <a:lnSpc>
                <a:spcPct val="100000"/>
              </a:lnSpc>
            </a:pPr>
            <a:r>
              <a:rPr lang="en-US" sz="2800" b="1" i="0" u="none" strike="noStrike">
                <a:solidFill>
                  <a:srgbClr val="0073E6"/>
                </a:solidFill>
                <a:latin typeface="Biennale Bold"/>
                <a:ea typeface="Biennale Bold"/>
                <a:cs typeface="Biennale Bold"/>
                <a:sym typeface="Biennale Bold"/>
              </a:rPr>
              <a:t>主数据治理是方案落地的前提条件，权限设计保障内控合规</a:t>
            </a:r>
            <a:br>
              <a:rPr lang="en-US" sz="2800" b="1" i="0" u="none" strike="noStrike">
                <a:solidFill>
                  <a:srgbClr val="0073E6"/>
                </a:solidFill>
                <a:latin typeface="Biennale Bold"/>
                <a:ea typeface="Biennale Bold"/>
                <a:cs typeface="Biennale Bold"/>
                <a:sym typeface="Biennale Bold"/>
              </a:rPr>
            </a:br>
            <a:br>
              <a:rPr lang="en-US" sz="2800" b="1" i="0" u="none" strike="noStrike">
                <a:solidFill>
                  <a:srgbClr val="0073E6"/>
                </a:solidFill>
                <a:latin typeface="Biennale Bold"/>
                <a:ea typeface="Biennale Bold"/>
                <a:cs typeface="Biennale Bold"/>
                <a:sym typeface="Biennale Bold"/>
              </a:rPr>
            </a:br>
            <a:br>
              <a:rPr lang="en-US" sz="2800" b="1" i="0" u="none" strike="noStrike">
                <a:solidFill>
                  <a:srgbClr val="0073E6"/>
                </a:solidFill>
                <a:latin typeface="Biennale Bold"/>
                <a:ea typeface="Biennale Bold"/>
                <a:cs typeface="Biennale Bold"/>
                <a:sym typeface="Biennale Bold"/>
              </a:rPr>
            </a:br>
            <a:br>
              <a:rPr lang="en-US" sz="2800" b="1" i="0" u="none" strike="noStrike">
                <a:solidFill>
                  <a:srgbClr val="0073E6"/>
                </a:solidFill>
                <a:latin typeface="Biennale Bold"/>
                <a:ea typeface="Biennale Bold"/>
                <a:cs typeface="Biennale Bold"/>
                <a:sym typeface="Biennale Bold"/>
              </a:rPr>
            </a:br>
            <a:br>
              <a:rPr lang="en-US" sz="2800" b="1" i="0" u="none" strike="noStrike">
                <a:solidFill>
                  <a:srgbClr val="0073E6"/>
                </a:solidFill>
                <a:latin typeface="Biennale Bold"/>
                <a:ea typeface="Biennale Bold"/>
                <a:cs typeface="Biennale Bold"/>
                <a:sym typeface="Biennale Bold"/>
              </a:rPr>
            </a:br>
            <a:br>
              <a:rPr lang="en-US" sz="2800" b="1" i="0" u="none" strike="noStrike">
                <a:solidFill>
                  <a:srgbClr val="0073E6"/>
                </a:solidFill>
                <a:latin typeface="Biennale Bold"/>
                <a:ea typeface="Biennale Bold"/>
                <a:cs typeface="Biennale Bold"/>
                <a:sym typeface="Biennale Bold"/>
              </a:rPr>
            </a:br>
            <a:endParaRPr lang="en-US" sz="2800" b="1" i="0" u="none" strike="noStrike">
              <a:solidFill>
                <a:srgbClr val="0073E6"/>
              </a:solidFill>
              <a:latin typeface="Biennale Bold"/>
              <a:ea typeface="Biennale Bold"/>
              <a:cs typeface="Biennale Bold"/>
              <a:sym typeface="Biennale Bold"/>
            </a:endParaRPr>
          </a:p>
        </p:txBody>
      </p:sp>
      <p:sp>
        <p:nvSpPr>
          <p:cNvPr id="3" name="AutoShape 3"/>
          <p:cNvSpPr/>
          <p:nvPr/>
        </p:nvSpPr>
        <p:spPr>
          <a:xfrm>
            <a:off x="381000" y="1110578"/>
            <a:ext cx="11176000" cy="381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600" b="1" i="0" u="none" strike="noStrike">
                <a:solidFill>
                  <a:srgbClr val="2563EB"/>
                </a:solidFill>
                <a:latin typeface="Biennale"/>
                <a:ea typeface="Biennale"/>
                <a:cs typeface="Biennale"/>
                <a:sym typeface="Biennale"/>
              </a:rPr>
              <a:t>01 </a:t>
            </a:r>
            <a:r>
              <a:rPr lang="en-US" sz="16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数据治理前提：夯实业务数字化底座</a:t>
            </a:r>
            <a:endParaRPr lang="en-US" sz="1100"/>
          </a:p>
        </p:txBody>
      </p:sp>
      <p:sp>
        <p:nvSpPr>
          <p:cNvPr id="4" name="AutoShape 4"/>
          <p:cNvSpPr/>
          <p:nvPr/>
        </p:nvSpPr>
        <p:spPr>
          <a:xfrm>
            <a:off x="381000" y="1555078"/>
            <a:ext cx="11303000" cy="571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主数据是业务运转的</a:t>
            </a:r>
            <a:r>
              <a:rPr lang="en-US" sz="1200" b="0" i="0" u="none" strike="noStrike">
                <a:solidFill>
                  <a:srgbClr val="4B5563"/>
                </a:solidFill>
                <a:latin typeface="Biennale"/>
                <a:ea typeface="Biennale"/>
                <a:cs typeface="Biennale"/>
                <a:sym typeface="Biennale"/>
              </a:rPr>
              <a:t>“</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地基</a:t>
            </a:r>
            <a:r>
              <a:rPr lang="en-US" sz="1200" b="0" i="0" u="none" strike="noStrike">
                <a:solidFill>
                  <a:srgbClr val="4B5563"/>
                </a:solidFill>
                <a:latin typeface="Biennale"/>
                <a:ea typeface="Biennale"/>
                <a:cs typeface="Biennale"/>
                <a:sym typeface="Biennale"/>
              </a:rPr>
              <a:t>”</a:t>
            </a: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，若标准缺失将导致价格失真、货源冲突与报表错误。本方案需优先完成五大核心对象的标准化治理，确保数据的唯一性、准确性与时效性。</a:t>
            </a:r>
            <a:endParaRPr lang="en-US" sz="1100"/>
          </a:p>
        </p:txBody>
      </p:sp>
      <p:sp>
        <p:nvSpPr>
          <p:cNvPr id="5" name="AutoShape 5"/>
          <p:cNvSpPr/>
          <p:nvPr/>
        </p:nvSpPr>
        <p:spPr>
          <a:xfrm>
            <a:off x="381000" y="2253578"/>
            <a:ext cx="2159000" cy="14605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marL="0" indent="0" algn="ctr">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
        <p:nvSpPr>
          <p:cNvPr id="6" name="AutoShape 6"/>
          <p:cNvSpPr/>
          <p:nvPr/>
        </p:nvSpPr>
        <p:spPr>
          <a:xfrm>
            <a:off x="381000" y="2253578"/>
            <a:ext cx="2159000" cy="406400"/>
          </a:xfrm>
          <a:prstGeom prst="roundRect">
            <a:avLst>
              <a:gd name="adj" fmla="val 0"/>
            </a:avLst>
          </a:prstGeom>
          <a:solidFill>
            <a:srgbClr val="2563EB">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
        <p:nvSpPr>
          <p:cNvPr id="7" name="AutoShape 7"/>
          <p:cNvSpPr/>
          <p:nvPr/>
        </p:nvSpPr>
        <p:spPr>
          <a:xfrm>
            <a:off x="444500" y="2304378"/>
            <a:ext cx="2032000" cy="3048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200" b="1" i="0" u="none" strike="noStrike">
                <a:solidFill>
                  <a:srgbClr val="FFFFFF"/>
                </a:solidFill>
                <a:latin typeface="Biennale"/>
                <a:ea typeface="Biennale"/>
                <a:cs typeface="Biennale"/>
                <a:sym typeface="Biennale"/>
              </a:rPr>
              <a:t>01 </a:t>
            </a: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物料主数据</a:t>
            </a:r>
            <a:endParaRPr lang="en-US" sz="1100"/>
          </a:p>
        </p:txBody>
      </p:sp>
      <p:sp>
        <p:nvSpPr>
          <p:cNvPr id="8" name="AutoShape 8"/>
          <p:cNvSpPr/>
          <p:nvPr/>
        </p:nvSpPr>
        <p:spPr>
          <a:xfrm>
            <a:off x="444500" y="2736178"/>
            <a:ext cx="2032000" cy="889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统一基本视图与采购视图字段标准，消除</a:t>
            </a:r>
            <a:r>
              <a:rPr lang="en-US" sz="1100" b="0" i="0" u="none" strike="noStrike">
                <a:solidFill>
                  <a:srgbClr val="374151"/>
                </a:solidFill>
                <a:latin typeface="Biennale"/>
                <a:ea typeface="Biennale"/>
                <a:cs typeface="Biennale"/>
                <a:sym typeface="Biennale"/>
              </a:rPr>
              <a:t>“</a:t>
            </a: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一物多码</a:t>
            </a:r>
            <a:r>
              <a:rPr lang="en-US" sz="1100" b="0" i="0" u="none" strike="noStrike">
                <a:solidFill>
                  <a:srgbClr val="374151"/>
                </a:solidFill>
                <a:latin typeface="Biennale"/>
                <a:ea typeface="Biennale"/>
                <a:cs typeface="Biennale"/>
                <a:sym typeface="Biennale"/>
              </a:rPr>
              <a:t>”</a:t>
            </a: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，规范物料分类与属性维护。</a:t>
            </a:r>
            <a:endParaRPr lang="en-US" sz="1100"/>
          </a:p>
        </p:txBody>
      </p:sp>
      <p:sp>
        <p:nvSpPr>
          <p:cNvPr id="9" name="AutoShape 9"/>
          <p:cNvSpPr/>
          <p:nvPr/>
        </p:nvSpPr>
        <p:spPr>
          <a:xfrm>
            <a:off x="2692400" y="2253578"/>
            <a:ext cx="2159000" cy="14605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marL="0" indent="0" algn="ctr">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
        <p:nvSpPr>
          <p:cNvPr id="10" name="AutoShape 10"/>
          <p:cNvSpPr/>
          <p:nvPr/>
        </p:nvSpPr>
        <p:spPr>
          <a:xfrm>
            <a:off x="2692400" y="2253578"/>
            <a:ext cx="2159000" cy="406400"/>
          </a:xfrm>
          <a:prstGeom prst="roundRect">
            <a:avLst>
              <a:gd name="adj" fmla="val 0"/>
            </a:avLst>
          </a:prstGeom>
          <a:solidFill>
            <a:srgbClr val="2563EB">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
        <p:nvSpPr>
          <p:cNvPr id="11" name="AutoShape 11"/>
          <p:cNvSpPr/>
          <p:nvPr/>
        </p:nvSpPr>
        <p:spPr>
          <a:xfrm>
            <a:off x="2755900" y="2304378"/>
            <a:ext cx="2032000" cy="3048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200" b="1" i="0" u="none" strike="noStrike">
                <a:solidFill>
                  <a:srgbClr val="FFFFFF"/>
                </a:solidFill>
                <a:latin typeface="Biennale"/>
                <a:ea typeface="Biennale"/>
                <a:cs typeface="Biennale"/>
                <a:sym typeface="Biennale"/>
              </a:rPr>
              <a:t>02 </a:t>
            </a: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供应商主数据</a:t>
            </a:r>
            <a:endParaRPr lang="en-US" sz="1100"/>
          </a:p>
        </p:txBody>
      </p:sp>
      <p:sp>
        <p:nvSpPr>
          <p:cNvPr id="12" name="AutoShape 12"/>
          <p:cNvSpPr/>
          <p:nvPr/>
        </p:nvSpPr>
        <p:spPr>
          <a:xfrm>
            <a:off x="2755900" y="2736178"/>
            <a:ext cx="2032000" cy="889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统一编码规则与分类体系，建立准入、变更、退出的全生命周期状态管控机制。</a:t>
            </a:r>
            <a:endParaRPr lang="en-US" sz="1100"/>
          </a:p>
        </p:txBody>
      </p:sp>
      <p:sp>
        <p:nvSpPr>
          <p:cNvPr id="13" name="AutoShape 13"/>
          <p:cNvSpPr/>
          <p:nvPr/>
        </p:nvSpPr>
        <p:spPr>
          <a:xfrm>
            <a:off x="5003800" y="2253578"/>
            <a:ext cx="2159000" cy="14605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marL="0" indent="0" algn="ctr">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
        <p:nvSpPr>
          <p:cNvPr id="14" name="AutoShape 14"/>
          <p:cNvSpPr/>
          <p:nvPr/>
        </p:nvSpPr>
        <p:spPr>
          <a:xfrm>
            <a:off x="5003800" y="2253578"/>
            <a:ext cx="2159000" cy="406400"/>
          </a:xfrm>
          <a:prstGeom prst="roundRect">
            <a:avLst>
              <a:gd name="adj" fmla="val 0"/>
            </a:avLst>
          </a:prstGeom>
          <a:solidFill>
            <a:srgbClr val="2563EB">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
        <p:nvSpPr>
          <p:cNvPr id="15" name="AutoShape 15"/>
          <p:cNvSpPr/>
          <p:nvPr/>
        </p:nvSpPr>
        <p:spPr>
          <a:xfrm>
            <a:off x="5067300" y="2304378"/>
            <a:ext cx="2032000" cy="3048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200" b="1" i="0" u="none" strike="noStrike">
                <a:solidFill>
                  <a:srgbClr val="FFFFFF"/>
                </a:solidFill>
                <a:latin typeface="Biennale"/>
                <a:ea typeface="Biennale"/>
                <a:cs typeface="Biennale"/>
                <a:sym typeface="Biennale"/>
              </a:rPr>
              <a:t>03 </a:t>
            </a: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采购信息记录</a:t>
            </a:r>
            <a:endParaRPr lang="en-US" sz="1100"/>
          </a:p>
        </p:txBody>
      </p:sp>
      <p:sp>
        <p:nvSpPr>
          <p:cNvPr id="16" name="AutoShape 16"/>
          <p:cNvSpPr/>
          <p:nvPr/>
        </p:nvSpPr>
        <p:spPr>
          <a:xfrm>
            <a:off x="5067300" y="2736178"/>
            <a:ext cx="2032000" cy="889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规范价格条件类型、生效</a:t>
            </a:r>
            <a:r>
              <a:rPr lang="en-US" sz="1100" b="0" i="0" u="none" strike="noStrike">
                <a:solidFill>
                  <a:srgbClr val="374151"/>
                </a:solidFill>
                <a:latin typeface="Biennale"/>
                <a:ea typeface="Biennale"/>
                <a:cs typeface="Biennale"/>
                <a:sym typeface="Biennale"/>
              </a:rPr>
              <a:t>/</a:t>
            </a: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失效日期管控，统一税码配置与价格审批基准。</a:t>
            </a:r>
            <a:endParaRPr lang="en-US" sz="1100"/>
          </a:p>
        </p:txBody>
      </p:sp>
      <p:sp>
        <p:nvSpPr>
          <p:cNvPr id="17" name="AutoShape 17"/>
          <p:cNvSpPr/>
          <p:nvPr/>
        </p:nvSpPr>
        <p:spPr>
          <a:xfrm>
            <a:off x="7315200" y="2253578"/>
            <a:ext cx="2159000" cy="14605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marL="0" indent="0" algn="ctr">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
        <p:nvSpPr>
          <p:cNvPr id="18" name="AutoShape 18"/>
          <p:cNvSpPr/>
          <p:nvPr/>
        </p:nvSpPr>
        <p:spPr>
          <a:xfrm>
            <a:off x="7315200" y="2253578"/>
            <a:ext cx="2159000" cy="406400"/>
          </a:xfrm>
          <a:prstGeom prst="roundRect">
            <a:avLst>
              <a:gd name="adj" fmla="val 0"/>
            </a:avLst>
          </a:prstGeom>
          <a:solidFill>
            <a:srgbClr val="2563EB">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
        <p:nvSpPr>
          <p:cNvPr id="19" name="AutoShape 19"/>
          <p:cNvSpPr/>
          <p:nvPr/>
        </p:nvSpPr>
        <p:spPr>
          <a:xfrm>
            <a:off x="7378700" y="2304378"/>
            <a:ext cx="2032000" cy="3048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200" b="1" i="0" u="none" strike="noStrike">
                <a:solidFill>
                  <a:srgbClr val="FFFFFF"/>
                </a:solidFill>
                <a:latin typeface="Biennale"/>
                <a:ea typeface="Biennale"/>
                <a:cs typeface="Biennale"/>
                <a:sym typeface="Biennale"/>
              </a:rPr>
              <a:t>04 </a:t>
            </a: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货源清单</a:t>
            </a:r>
            <a:endParaRPr lang="en-US" sz="1100"/>
          </a:p>
        </p:txBody>
      </p:sp>
      <p:sp>
        <p:nvSpPr>
          <p:cNvPr id="20" name="AutoShape 20"/>
          <p:cNvSpPr/>
          <p:nvPr/>
        </p:nvSpPr>
        <p:spPr>
          <a:xfrm>
            <a:off x="7378700" y="2736178"/>
            <a:ext cx="2032000" cy="889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统一货源维护规则，明确供货比例分配逻辑，确保</a:t>
            </a:r>
            <a:r>
              <a:rPr lang="en-US" sz="1100" b="0" i="0" u="none" strike="noStrike">
                <a:solidFill>
                  <a:srgbClr val="374151"/>
                </a:solidFill>
                <a:latin typeface="Biennale"/>
                <a:ea typeface="Biennale"/>
                <a:cs typeface="Biennale"/>
                <a:sym typeface="Biennale"/>
              </a:rPr>
              <a:t>MRP</a:t>
            </a: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运算与采购执行的准确性。</a:t>
            </a:r>
            <a:endParaRPr lang="en-US" sz="1100"/>
          </a:p>
        </p:txBody>
      </p:sp>
      <p:sp>
        <p:nvSpPr>
          <p:cNvPr id="21" name="AutoShape 21"/>
          <p:cNvSpPr/>
          <p:nvPr/>
        </p:nvSpPr>
        <p:spPr>
          <a:xfrm>
            <a:off x="9626600" y="2253578"/>
            <a:ext cx="2159000" cy="14605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marL="0" indent="0" algn="ctr">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
        <p:nvSpPr>
          <p:cNvPr id="22" name="AutoShape 22"/>
          <p:cNvSpPr/>
          <p:nvPr/>
        </p:nvSpPr>
        <p:spPr>
          <a:xfrm>
            <a:off x="9626600" y="2253578"/>
            <a:ext cx="2159000" cy="406400"/>
          </a:xfrm>
          <a:prstGeom prst="roundRect">
            <a:avLst>
              <a:gd name="adj" fmla="val 0"/>
            </a:avLst>
          </a:prstGeom>
          <a:solidFill>
            <a:srgbClr val="2563EB">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
        <p:nvSpPr>
          <p:cNvPr id="23" name="AutoShape 23"/>
          <p:cNvSpPr/>
          <p:nvPr/>
        </p:nvSpPr>
        <p:spPr>
          <a:xfrm>
            <a:off x="9690100" y="2304378"/>
            <a:ext cx="2032000" cy="3048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200" b="1" i="0" u="none" strike="noStrike">
                <a:solidFill>
                  <a:srgbClr val="FFFFFF"/>
                </a:solidFill>
                <a:latin typeface="Biennale"/>
                <a:ea typeface="Biennale"/>
                <a:cs typeface="Biennale"/>
                <a:sym typeface="Biennale"/>
              </a:rPr>
              <a:t>05 </a:t>
            </a: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配额协议</a:t>
            </a:r>
            <a:endParaRPr lang="en-US" sz="1100"/>
          </a:p>
        </p:txBody>
      </p:sp>
      <p:sp>
        <p:nvSpPr>
          <p:cNvPr id="24" name="AutoShape 24"/>
          <p:cNvSpPr/>
          <p:nvPr/>
        </p:nvSpPr>
        <p:spPr>
          <a:xfrm>
            <a:off x="9690100" y="2736178"/>
            <a:ext cx="2032000" cy="889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标准化配额分配维度，建立配额调整的审批流程，保障供应商供货比例的合规性。</a:t>
            </a:r>
            <a:endParaRPr lang="en-US" sz="1100"/>
          </a:p>
        </p:txBody>
      </p:sp>
      <p:cxnSp>
        <p:nvCxnSpPr>
          <p:cNvPr id="25" name="Connector 25"/>
          <p:cNvCxnSpPr/>
          <p:nvPr/>
        </p:nvCxnSpPr>
        <p:spPr>
          <a:xfrm rot="-3818">
            <a:off x="381004" y="3961728"/>
            <a:ext cx="11430000" cy="12700"/>
          </a:xfrm>
          <a:prstGeom prst="straightConnector1">
            <a:avLst/>
          </a:prstGeom>
          <a:solidFill>
            <a:srgbClr val="DEE0E3">
              <a:alpha val="100000"/>
            </a:srgbClr>
          </a:solidFill>
          <a:ln w="12700" cap="flat" cmpd="sng">
            <a:solidFill>
              <a:srgbClr val="E5E7EB">
                <a:alpha val="100000"/>
              </a:srgbClr>
            </a:solidFill>
            <a:prstDash val="dash"/>
            <a:round/>
            <a:headEnd type="none" w="med" len="med"/>
            <a:tailEnd type="none" w="med" len="med"/>
          </a:ln>
        </p:spPr>
      </p:cxnSp>
      <p:sp>
        <p:nvSpPr>
          <p:cNvPr id="26" name="AutoShape 26"/>
          <p:cNvSpPr/>
          <p:nvPr/>
        </p:nvSpPr>
        <p:spPr>
          <a:xfrm>
            <a:off x="381000" y="4095078"/>
            <a:ext cx="11176000" cy="381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600" b="1" i="0" u="none" strike="noStrike">
                <a:solidFill>
                  <a:srgbClr val="00B0F0"/>
                </a:solidFill>
                <a:latin typeface="Biennale"/>
                <a:ea typeface="Biennale"/>
                <a:cs typeface="Biennale"/>
                <a:sym typeface="Biennale"/>
              </a:rPr>
              <a:t>02 </a:t>
            </a:r>
            <a:r>
              <a:rPr lang="en-US" sz="1600" b="1" i="0" u="none" strike="noStrike">
                <a:solidFill>
                  <a:srgbClr val="00B0F0"/>
                </a:solidFill>
                <a:latin typeface="Noto Sans SC" panose="020B0200000000000000" charset="-122"/>
                <a:ea typeface="Noto Sans SC" panose="020B0200000000000000" charset="-122"/>
                <a:cs typeface="Noto Sans SC" panose="020B0200000000000000" charset="-122"/>
                <a:sym typeface="Noto Sans SC" panose="020B0200000000000000" charset="-122"/>
              </a:rPr>
              <a:t>权限与内控设计：构建合规防护网</a:t>
            </a:r>
          </a:p>
        </p:txBody>
      </p:sp>
      <p:sp>
        <p:nvSpPr>
          <p:cNvPr id="27" name="AutoShape 27"/>
          <p:cNvSpPr/>
          <p:nvPr/>
        </p:nvSpPr>
        <p:spPr>
          <a:xfrm>
            <a:off x="381000" y="4603078"/>
            <a:ext cx="3683000" cy="1587500"/>
          </a:xfrm>
          <a:prstGeom prst="roundRect">
            <a:avLst>
              <a:gd name="adj" fmla="val 0"/>
            </a:avLst>
          </a:prstGeom>
          <a:solidFill>
            <a:schemeClr val="accent5">
              <a:lumMod val="20000"/>
              <a:lumOff val="80000"/>
            </a:schemeClr>
          </a:solidFill>
          <a:ln w="12700" cap="flat" cmpd="sng">
            <a:solidFill>
              <a:srgbClr val="059669">
                <a:alpha val="20000"/>
              </a:srgbClr>
            </a:solidFill>
            <a:prstDash val="solid"/>
            <a:round/>
          </a:ln>
        </p:spPr>
        <p:txBody>
          <a:bodyPr vert="horz" wrap="square" lIns="63500" tIns="63500" rIns="63500" bIns="63500" rtlCol="0" anchor="ctr">
            <a:noAutofit/>
          </a:bodyPr>
          <a:lstStyle/>
          <a:p>
            <a:pPr marL="0" indent="0" algn="ctr">
              <a:lnSpc>
                <a:spcPct val="100000"/>
              </a:lnSpc>
              <a:defRPr/>
            </a:pPr>
            <a:r>
              <a:rPr lang="en-US" sz="1800" b="0" i="0" u="none" strike="noStrike">
                <a:solidFill>
                  <a:schemeClr val="accent5">
                    <a:lumMod val="20000"/>
                    <a:lumOff val="80000"/>
                  </a:schemeClr>
                </a:solidFill>
                <a:latin typeface="Biennale"/>
                <a:ea typeface="Biennale"/>
                <a:cs typeface="Biennale"/>
                <a:sym typeface="Biennale"/>
              </a:rPr>
              <a:t> </a:t>
            </a:r>
          </a:p>
        </p:txBody>
      </p:sp>
      <p:pic>
        <p:nvPicPr>
          <p:cNvPr id="28" name="Picture 2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1500" y="4768178"/>
            <a:ext cx="304800" cy="304800"/>
          </a:xfrm>
          <a:prstGeom prst="rect">
            <a:avLst/>
          </a:prstGeom>
          <a:solidFill>
            <a:schemeClr val="accent5">
              <a:lumMod val="20000"/>
              <a:lumOff val="80000"/>
            </a:schemeClr>
          </a:solidFill>
        </p:spPr>
      </p:pic>
      <p:sp>
        <p:nvSpPr>
          <p:cNvPr id="29" name="AutoShape 29"/>
          <p:cNvSpPr/>
          <p:nvPr/>
        </p:nvSpPr>
        <p:spPr>
          <a:xfrm>
            <a:off x="952500" y="4768178"/>
            <a:ext cx="2984500" cy="3302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角色分离：权责互斥防舞弊</a:t>
            </a:r>
            <a:endParaRPr lang="en-US" sz="1100"/>
          </a:p>
        </p:txBody>
      </p:sp>
      <p:sp>
        <p:nvSpPr>
          <p:cNvPr id="30" name="AutoShape 30"/>
          <p:cNvSpPr/>
          <p:nvPr/>
        </p:nvSpPr>
        <p:spPr>
          <a:xfrm>
            <a:off x="571500" y="5174578"/>
            <a:ext cx="3302000" cy="889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严格执行</a:t>
            </a:r>
            <a:r>
              <a:rPr lang="en-US" sz="1100" b="0" i="0" u="none" strike="noStrike">
                <a:solidFill>
                  <a:srgbClr val="374151"/>
                </a:solidFill>
                <a:latin typeface="Biennale"/>
                <a:ea typeface="Biennale"/>
                <a:cs typeface="Biennale"/>
                <a:sym typeface="Biennale"/>
              </a:rPr>
              <a:t>“</a:t>
            </a: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四眼原则</a:t>
            </a:r>
            <a:r>
              <a:rPr lang="en-US" sz="1100" b="0" i="0" u="none" strike="noStrike">
                <a:solidFill>
                  <a:srgbClr val="374151"/>
                </a:solidFill>
                <a:latin typeface="Biennale"/>
                <a:ea typeface="Biennale"/>
                <a:cs typeface="Biennale"/>
                <a:sym typeface="Biennale"/>
              </a:rPr>
              <a:t>”</a:t>
            </a: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，实现价格维护与审批、货源维护与采购执行的权限分离，从流程设计上规避内部舞弊风险，确保业务操作的相互制衡。</a:t>
            </a:r>
            <a:endParaRPr lang="en-US" sz="1100"/>
          </a:p>
        </p:txBody>
      </p:sp>
      <p:sp>
        <p:nvSpPr>
          <p:cNvPr id="31" name="AutoShape 31"/>
          <p:cNvSpPr/>
          <p:nvPr/>
        </p:nvSpPr>
        <p:spPr>
          <a:xfrm>
            <a:off x="4254500" y="4603078"/>
            <a:ext cx="3683000" cy="1587500"/>
          </a:xfrm>
          <a:prstGeom prst="roundRect">
            <a:avLst>
              <a:gd name="adj" fmla="val 0"/>
            </a:avLst>
          </a:prstGeom>
          <a:solidFill>
            <a:schemeClr val="accent5">
              <a:lumMod val="20000"/>
              <a:lumOff val="80000"/>
            </a:schemeClr>
          </a:solidFill>
          <a:ln w="12700" cap="flat" cmpd="sng">
            <a:solidFill>
              <a:srgbClr val="059669">
                <a:alpha val="20000"/>
              </a:srgbClr>
            </a:solidFill>
            <a:prstDash val="solid"/>
            <a:round/>
          </a:ln>
        </p:spPr>
        <p:txBody>
          <a:bodyPr vert="horz" wrap="square" lIns="63500" tIns="63500" rIns="63500" bIns="63500" rtlCol="0" anchor="ctr">
            <a:noAutofit/>
          </a:bodyPr>
          <a:lstStyle/>
          <a:p>
            <a:pPr lvl="0" algn="ctr">
              <a:buSzTx/>
              <a:defRPr/>
            </a:pPr>
            <a:r>
              <a:rPr lang="en-US" sz="1800">
                <a:solidFill>
                  <a:schemeClr val="accent5">
                    <a:lumMod val="20000"/>
                    <a:lumOff val="80000"/>
                  </a:schemeClr>
                </a:solidFill>
                <a:latin typeface="Biennale"/>
                <a:ea typeface="Biennale"/>
                <a:cs typeface="Biennale"/>
                <a:sym typeface="Biennale"/>
              </a:rPr>
              <a:t> </a:t>
            </a:r>
          </a:p>
        </p:txBody>
      </p:sp>
      <p:pic>
        <p:nvPicPr>
          <p:cNvPr id="32" name="Picture 3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445000" y="4768178"/>
            <a:ext cx="304800" cy="304800"/>
          </a:xfrm>
          <a:prstGeom prst="rect">
            <a:avLst/>
          </a:prstGeom>
          <a:solidFill>
            <a:schemeClr val="accent5">
              <a:lumMod val="20000"/>
              <a:lumOff val="80000"/>
            </a:schemeClr>
          </a:solidFill>
        </p:spPr>
      </p:pic>
      <p:sp>
        <p:nvSpPr>
          <p:cNvPr id="33" name="AutoShape 33"/>
          <p:cNvSpPr/>
          <p:nvPr/>
        </p:nvSpPr>
        <p:spPr>
          <a:xfrm>
            <a:off x="4826000" y="4768178"/>
            <a:ext cx="2984500" cy="3302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权限分级：精细管控防越权</a:t>
            </a:r>
            <a:endParaRPr lang="en-US" sz="1100"/>
          </a:p>
        </p:txBody>
      </p:sp>
      <p:sp>
        <p:nvSpPr>
          <p:cNvPr id="34" name="AutoShape 34"/>
          <p:cNvSpPr/>
          <p:nvPr/>
        </p:nvSpPr>
        <p:spPr>
          <a:xfrm>
            <a:off x="4445000" y="5174578"/>
            <a:ext cx="3302000" cy="889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基于采购组织、工厂、物料组进行精细化授权。针对定价调整、供应商准入等关键操作，强制配置多级审批流，杜绝权限滥用与越权操作。</a:t>
            </a:r>
            <a:endParaRPr lang="en-US" sz="1100"/>
          </a:p>
        </p:txBody>
      </p:sp>
      <p:sp>
        <p:nvSpPr>
          <p:cNvPr id="35" name="AutoShape 35"/>
          <p:cNvSpPr/>
          <p:nvPr/>
        </p:nvSpPr>
        <p:spPr>
          <a:xfrm>
            <a:off x="8128000" y="4603078"/>
            <a:ext cx="3683000" cy="1587500"/>
          </a:xfrm>
          <a:prstGeom prst="roundRect">
            <a:avLst>
              <a:gd name="adj" fmla="val 0"/>
            </a:avLst>
          </a:prstGeom>
          <a:solidFill>
            <a:schemeClr val="accent5">
              <a:lumMod val="20000"/>
              <a:lumOff val="80000"/>
            </a:schemeClr>
          </a:solidFill>
          <a:ln w="12700" cap="flat" cmpd="sng">
            <a:solidFill>
              <a:srgbClr val="059669">
                <a:alpha val="20000"/>
              </a:srgbClr>
            </a:solidFill>
            <a:prstDash val="solid"/>
            <a:round/>
          </a:ln>
        </p:spPr>
        <p:txBody>
          <a:bodyPr vert="horz" wrap="square" lIns="63500" tIns="63500" rIns="63500" bIns="63500" rtlCol="0" anchor="ctr">
            <a:noAutofit/>
          </a:bodyPr>
          <a:lstStyle/>
          <a:p>
            <a:pPr lvl="0" algn="ctr">
              <a:buSzTx/>
              <a:defRPr/>
            </a:pPr>
            <a:r>
              <a:rPr lang="en-US" sz="1800">
                <a:solidFill>
                  <a:schemeClr val="accent5">
                    <a:lumMod val="20000"/>
                    <a:lumOff val="80000"/>
                  </a:schemeClr>
                </a:solidFill>
                <a:latin typeface="Biennale"/>
                <a:ea typeface="Biennale"/>
                <a:cs typeface="Biennale"/>
                <a:sym typeface="Biennale"/>
              </a:rPr>
              <a:t> </a:t>
            </a:r>
          </a:p>
        </p:txBody>
      </p:sp>
      <p:pic>
        <p:nvPicPr>
          <p:cNvPr id="36" name="Picture 3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18500" y="4768178"/>
            <a:ext cx="304800" cy="304800"/>
          </a:xfrm>
          <a:prstGeom prst="rect">
            <a:avLst/>
          </a:prstGeom>
          <a:solidFill>
            <a:schemeClr val="accent5">
              <a:lumMod val="20000"/>
              <a:lumOff val="80000"/>
            </a:schemeClr>
          </a:solidFill>
        </p:spPr>
      </p:pic>
      <p:sp>
        <p:nvSpPr>
          <p:cNvPr id="37" name="AutoShape 37"/>
          <p:cNvSpPr/>
          <p:nvPr/>
        </p:nvSpPr>
        <p:spPr>
          <a:xfrm>
            <a:off x="8699500" y="4768178"/>
            <a:ext cx="2984500" cy="3302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3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操作留痕：全量追溯保合规</a:t>
            </a:r>
            <a:endParaRPr lang="en-US" sz="1100"/>
          </a:p>
        </p:txBody>
      </p:sp>
      <p:sp>
        <p:nvSpPr>
          <p:cNvPr id="38" name="AutoShape 38"/>
          <p:cNvSpPr/>
          <p:nvPr/>
        </p:nvSpPr>
        <p:spPr>
          <a:xfrm>
            <a:off x="8318500" y="5174578"/>
            <a:ext cx="3302000" cy="8890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系统自动记录所有主数据的变更日志，包含变更人、时间及前后内容对比。日志数据加密存储不可篡改，全面满足审计要求与合规性检查。</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34000" y="0"/>
            <a:ext cx="6858000" cy="6858000"/>
          </a:xfrm>
          <a:prstGeom prst="rect">
            <a:avLst/>
          </a:prstGeom>
        </p:spPr>
      </p:pic>
      <p:sp>
        <p:nvSpPr>
          <p:cNvPr id="3" name="Freeform 3"/>
          <p:cNvSpPr/>
          <p:nvPr/>
        </p:nvSpPr>
        <p:spPr>
          <a:xfrm>
            <a:off x="10944224" y="6309897"/>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3"/>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sp>
        <p:nvSpPr>
          <p:cNvPr id="4" name="AutoShape 4"/>
          <p:cNvSpPr>
            <a:spLocks noGrp="1"/>
          </p:cNvSpPr>
          <p:nvPr>
            <p:ph type="body" sz="quarter" idx="4294967295" hasCustomPrompt="1"/>
          </p:nvPr>
        </p:nvSpPr>
        <p:spPr>
          <a:xfrm>
            <a:off x="390098" y="389618"/>
            <a:ext cx="1463040" cy="1477010"/>
          </a:xfrm>
          <a:prstGeom prst="rect">
            <a:avLst/>
          </a:prstGeom>
        </p:spPr>
        <p:txBody>
          <a:bodyPr wrap="none" lIns="0" tIns="0" rIns="0" bIns="0" anchor="t">
            <a:spAutoFit/>
          </a:bodyPr>
          <a:lstStyle>
            <a:lvl1pPr algn="l">
              <a:lnSpc>
                <a:spcPct val="100000"/>
              </a:lnSpc>
              <a:defRPr sz="9600" b="0" i="0" u="none" strike="noStrike" spc="0">
                <a:solidFill>
                  <a:srgbClr val="00005C">
                    <a:alpha val="100000"/>
                  </a:srgbClr>
                </a:solidFill>
                <a:latin typeface="Biennale Bold"/>
              </a:defRPr>
            </a:lvl1pPr>
          </a:lstStyle>
          <a:p>
            <a:pPr marL="0" indent="0" algn="l">
              <a:lnSpc>
                <a:spcPct val="100000"/>
              </a:lnSpc>
            </a:pPr>
            <a:r>
              <a:rPr lang="en-US" sz="9600" b="0" i="0" u="none" strike="noStrike">
                <a:solidFill>
                  <a:srgbClr val="00005C"/>
                </a:solidFill>
                <a:latin typeface="Biennale Bold"/>
                <a:ea typeface="Biennale Bold"/>
                <a:cs typeface="Biennale Bold"/>
                <a:sym typeface="Biennale Bold"/>
              </a:rPr>
              <a:t>03</a:t>
            </a:r>
          </a:p>
        </p:txBody>
      </p:sp>
      <p:sp>
        <p:nvSpPr>
          <p:cNvPr id="5" name="AutoShape 5"/>
          <p:cNvSpPr/>
          <p:nvPr/>
        </p:nvSpPr>
        <p:spPr>
          <a:xfrm>
            <a:off x="1786890" y="1866900"/>
            <a:ext cx="7094220" cy="113157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5400" b="0" i="0" u="none" strike="noStrike">
                <a:solidFill>
                  <a:srgbClr val="00005C"/>
                </a:solidFill>
                <a:latin typeface="Biennale Bold"/>
                <a:ea typeface="Biennale Bold"/>
                <a:cs typeface="Biennale Bold"/>
                <a:sym typeface="Biennale Bold"/>
              </a:rPr>
              <a:t>配套行动计划</a:t>
            </a:r>
            <a:endParaRPr lang="en-US" sz="1100"/>
          </a:p>
        </p:txBody>
      </p:sp>
      <p:pic>
        <p:nvPicPr>
          <p:cNvPr id="6" name="Picture 6"/>
          <p:cNvPicPr>
            <a:picLocks noChangeAspect="1"/>
          </p:cNvPicPr>
          <p:nvPr/>
        </p:nvPicPr>
        <p:blipFill>
          <a:blip r:embed="rId4"/>
          <a:srcRect/>
          <a:stretch>
            <a:fillRect/>
          </a:stretch>
        </p:blipFill>
        <p:spPr>
          <a:xfrm>
            <a:off x="48466" y="125649"/>
            <a:ext cx="1930400" cy="381000"/>
          </a:xfrm>
          <a:prstGeom prst="rect">
            <a:avLst/>
          </a:prstGeom>
          <a:noFill/>
          <a:ln w="25400" cap="flat" cmpd="sng">
            <a:noFill/>
            <a:prstDash val="solid"/>
            <a:round/>
          </a:ln>
        </p:spPr>
      </p:pic>
      <p:sp>
        <p:nvSpPr>
          <p:cNvPr id="7" name="AutoShape 7"/>
          <p:cNvSpPr/>
          <p:nvPr/>
        </p:nvSpPr>
        <p:spPr>
          <a:xfrm>
            <a:off x="-1293962" y="2622430"/>
            <a:ext cx="12700" cy="12700"/>
          </a:xfrm>
          <a:prstGeom prst="rect">
            <a:avLst/>
          </a:prstGeom>
          <a:noFill/>
          <a:ln w="12700" cap="flat" cmpd="sng">
            <a:noFill/>
            <a:prstDash val="solid"/>
            <a:round/>
          </a:ln>
        </p:spPr>
        <p:txBody>
          <a:bodyPr vert="horz" wrap="none" lIns="91440" tIns="45720" rIns="91440" bIns="45720" rtlCol="0" anchor="t" anchorCtr="0"/>
          <a:lstStyle/>
          <a:p>
            <a:pPr algn="l">
              <a:defRPr/>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28625" y="6517632"/>
            <a:ext cx="1354217" cy="153888"/>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微软雅黑" panose="020B0503020204020204" charset="-122"/>
                <a:ea typeface="微软雅黑" panose="020B0503020204020204" charset="-122"/>
                <a:cs typeface="Biennale"/>
                <a:sym typeface="Biennale"/>
              </a:rPr>
              <a:t>Atos Confidential</a:t>
            </a:r>
          </a:p>
        </p:txBody>
      </p:sp>
      <p:sp>
        <p:nvSpPr>
          <p:cNvPr id="3" name="Freeform 3"/>
          <p:cNvSpPr/>
          <p:nvPr/>
        </p:nvSpPr>
        <p:spPr>
          <a:xfrm>
            <a:off x="10944224" y="6446085"/>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latin typeface="微软雅黑" panose="020B0503020204020204" charset="-122"/>
              <a:ea typeface="微软雅黑" panose="020B0503020204020204" charset="-122"/>
            </a:endParaRPr>
          </a:p>
        </p:txBody>
      </p:sp>
      <p:pic>
        <p:nvPicPr>
          <p:cNvPr id="4" name="Picture 4"/>
          <p:cNvPicPr>
            <a:picLocks noChangeAspect="1"/>
          </p:cNvPicPr>
          <p:nvPr/>
        </p:nvPicPr>
        <p:blipFill>
          <a:blip r:embed="rId3"/>
          <a:srcRect/>
          <a:stretch>
            <a:fillRect/>
          </a:stretch>
        </p:blipFill>
        <p:spPr>
          <a:xfrm>
            <a:off x="287947" y="6412870"/>
            <a:ext cx="1742736" cy="343961"/>
          </a:xfrm>
          <a:prstGeom prst="rect">
            <a:avLst/>
          </a:prstGeom>
          <a:noFill/>
          <a:ln w="25400" cap="flat" cmpd="sng">
            <a:noFill/>
            <a:prstDash val="solid"/>
            <a:round/>
          </a:ln>
        </p:spPr>
      </p:pic>
      <p:sp>
        <p:nvSpPr>
          <p:cNvPr id="5" name="AutoShape 5"/>
          <p:cNvSpPr/>
          <p:nvPr/>
        </p:nvSpPr>
        <p:spPr>
          <a:xfrm>
            <a:off x="428624" y="291451"/>
            <a:ext cx="11337925" cy="912315"/>
          </a:xfrm>
          <a:prstGeom prst="rect">
            <a:avLst/>
          </a:prstGeom>
          <a:noFill/>
          <a:ln w="12700" cap="flat" cmpd="sng">
            <a:noFill/>
            <a:prstDash val="solid"/>
            <a:round/>
          </a:ln>
        </p:spPr>
        <p:txBody>
          <a:bodyPr vert="horz" wrap="square" lIns="0" tIns="0" rIns="0" bIns="0" rtlCol="0" anchor="t" anchorCtr="0">
            <a:noAutofit/>
          </a:bodyPr>
          <a:lstStyle/>
          <a:p>
            <a:pPr lvl="0" algn="l">
              <a:buSzTx/>
              <a:defRPr/>
            </a:pPr>
            <a:r>
              <a:rPr lang="en-US" sz="2800" b="1">
                <a:solidFill>
                  <a:srgbClr val="0073E6"/>
                </a:solidFill>
                <a:latin typeface="Biennale Bold"/>
                <a:ea typeface="Biennale Bold"/>
                <a:cs typeface="Biennale Bold"/>
                <a:sym typeface="Biennale Bold"/>
              </a:rPr>
              <a:t>任务一：建立采购价格全生命周期统一治理机制</a:t>
            </a:r>
            <a:br>
              <a:rPr lang="en-US" sz="2800" b="1">
                <a:solidFill>
                  <a:srgbClr val="0073E6"/>
                </a:solidFill>
                <a:latin typeface="Biennale Bold"/>
                <a:ea typeface="Biennale Bold"/>
                <a:cs typeface="Biennale Bold"/>
                <a:sym typeface="Biennale Bold"/>
              </a:rPr>
            </a:br>
            <a:br>
              <a:rPr lang="en-US" sz="2800" b="1">
                <a:solidFill>
                  <a:srgbClr val="0073E6"/>
                </a:solidFill>
                <a:latin typeface="Biennale Bold"/>
                <a:ea typeface="Biennale Bold"/>
                <a:cs typeface="Biennale Bold"/>
                <a:sym typeface="Biennale Bold"/>
              </a:rPr>
            </a:br>
            <a:br>
              <a:rPr lang="en-US" sz="2800" b="1">
                <a:solidFill>
                  <a:srgbClr val="0073E6"/>
                </a:solidFill>
                <a:latin typeface="Biennale Bold"/>
                <a:ea typeface="Biennale Bold"/>
                <a:cs typeface="Biennale Bold"/>
                <a:sym typeface="Biennale Bold"/>
              </a:rPr>
            </a:br>
            <a:br>
              <a:rPr lang="en-US" sz="2800" b="1">
                <a:solidFill>
                  <a:srgbClr val="0073E6"/>
                </a:solidFill>
                <a:latin typeface="Biennale Bold"/>
                <a:ea typeface="Biennale Bold"/>
                <a:cs typeface="Biennale Bold"/>
                <a:sym typeface="Biennale Bold"/>
              </a:rPr>
            </a:br>
            <a:br>
              <a:rPr lang="en-US" sz="2800" b="1">
                <a:solidFill>
                  <a:srgbClr val="0073E6"/>
                </a:solidFill>
                <a:latin typeface="Biennale Bold"/>
                <a:ea typeface="Biennale Bold"/>
                <a:cs typeface="Biennale Bold"/>
                <a:sym typeface="Biennale Bold"/>
              </a:rPr>
            </a:br>
            <a:br>
              <a:rPr lang="en-US" sz="2800" b="1">
                <a:solidFill>
                  <a:srgbClr val="0073E6"/>
                </a:solidFill>
                <a:latin typeface="Biennale Bold"/>
                <a:ea typeface="Biennale Bold"/>
                <a:cs typeface="Biennale Bold"/>
                <a:sym typeface="Biennale Bold"/>
              </a:rPr>
            </a:br>
            <a:endParaRPr lang="en-US" sz="2800" b="1">
              <a:solidFill>
                <a:srgbClr val="0073E6"/>
              </a:solidFill>
              <a:latin typeface="Biennale Bold"/>
              <a:ea typeface="Biennale Bold"/>
              <a:cs typeface="Biennale Bold"/>
              <a:sym typeface="Biennale Bold"/>
            </a:endParaRPr>
          </a:p>
        </p:txBody>
      </p:sp>
      <p:cxnSp>
        <p:nvCxnSpPr>
          <p:cNvPr id="6" name="Connector 6"/>
          <p:cNvCxnSpPr/>
          <p:nvPr/>
        </p:nvCxnSpPr>
        <p:spPr>
          <a:xfrm rot="-3906">
            <a:off x="508004" y="1673115"/>
            <a:ext cx="11176000" cy="12700"/>
          </a:xfrm>
          <a:prstGeom prst="line">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7" name="AutoShape 7"/>
          <p:cNvSpPr/>
          <p:nvPr/>
        </p:nvSpPr>
        <p:spPr>
          <a:xfrm>
            <a:off x="508000" y="1933465"/>
            <a:ext cx="5334000" cy="444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563EB"/>
                </a:solidFill>
                <a:latin typeface="微软雅黑" panose="020B0503020204020204" charset="-122"/>
                <a:ea typeface="微软雅黑" panose="020B0503020204020204" charset="-122"/>
                <a:cs typeface="微软雅黑" panose="020B0503020204020204" charset="-122"/>
                <a:sym typeface="Biennale"/>
              </a:rPr>
              <a:t>01</a:t>
            </a:r>
            <a:r>
              <a:rPr lang="en-US" sz="1600" b="1" i="0" u="none" strike="noStrike">
                <a:solidFill>
                  <a:srgbClr val="2563EB"/>
                </a:solidFill>
                <a:latin typeface="微软雅黑" panose="020B0503020204020204" charset="-122"/>
                <a:ea typeface="微软雅黑" panose="020B0503020204020204" charset="-122"/>
                <a:cs typeface="微软雅黑" panose="020B0503020204020204" charset="-122"/>
                <a:sym typeface="Noto Sans SC" panose="020B0200000000000000" charset="-122"/>
              </a:rPr>
              <a:t>核心建设内容</a:t>
            </a:r>
            <a:endParaRPr lang="en-US" sz="1100">
              <a:latin typeface="微软雅黑" panose="020B0503020204020204" charset="-122"/>
              <a:ea typeface="微软雅黑" panose="020B0503020204020204" charset="-122"/>
              <a:cs typeface="微软雅黑" panose="020B0503020204020204" charset="-122"/>
            </a:endParaRPr>
          </a:p>
        </p:txBody>
      </p:sp>
      <p:sp>
        <p:nvSpPr>
          <p:cNvPr id="8" name="AutoShape 8"/>
          <p:cNvSpPr/>
          <p:nvPr/>
        </p:nvSpPr>
        <p:spPr>
          <a:xfrm>
            <a:off x="508000" y="2504965"/>
            <a:ext cx="5334000" cy="635000"/>
          </a:xfrm>
          <a:prstGeom prst="roundRect">
            <a:avLst>
              <a:gd name="adj" fmla="val 0"/>
            </a:avLst>
          </a:prstGeom>
          <a:solidFill>
            <a:srgbClr val="2563EB">
              <a:alpha val="6000"/>
            </a:srgbClr>
          </a:solidFill>
          <a:ln w="25400" cap="flat" cmpd="sng">
            <a:no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9" name="AutoShape 9"/>
          <p:cNvSpPr/>
          <p:nvPr/>
        </p:nvSpPr>
        <p:spPr>
          <a:xfrm>
            <a:off x="635000" y="2568465"/>
            <a:ext cx="5143500" cy="571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400" b="1" i="0" u="none" strike="noStrike">
                <a:solidFill>
                  <a:srgbClr val="2563EB"/>
                </a:solidFill>
                <a:latin typeface="微软雅黑" panose="020B0503020204020204" charset="-122"/>
                <a:ea typeface="微软雅黑" panose="020B0503020204020204" charset="-122"/>
                <a:cs typeface="微软雅黑" panose="020B0503020204020204" charset="-122"/>
                <a:sym typeface="Biennale"/>
              </a:rPr>
              <a:t>01</a:t>
            </a:r>
            <a:r>
              <a:rPr lang="en-US" sz="12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rPr>
              <a:t>统一价格归口管理：</a:t>
            </a: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明确价格维护</a:t>
            </a:r>
            <a:r>
              <a:rPr lang="zh-CN" alt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符合管控和分权</a:t>
            </a: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责任，消除多头定价。</a:t>
            </a:r>
            <a:endParaRPr lang="en-US" sz="1100">
              <a:latin typeface="微软雅黑" panose="020B0503020204020204" charset="-122"/>
              <a:ea typeface="微软雅黑" panose="020B0503020204020204" charset="-122"/>
              <a:cs typeface="微软雅黑" panose="020B0503020204020204" charset="-122"/>
            </a:endParaRPr>
          </a:p>
        </p:txBody>
      </p:sp>
      <p:sp>
        <p:nvSpPr>
          <p:cNvPr id="10" name="AutoShape 10"/>
          <p:cNvSpPr/>
          <p:nvPr/>
        </p:nvSpPr>
        <p:spPr>
          <a:xfrm>
            <a:off x="508000" y="3203465"/>
            <a:ext cx="5334000" cy="635000"/>
          </a:xfrm>
          <a:prstGeom prst="roundRect">
            <a:avLst>
              <a:gd name="adj" fmla="val 0"/>
            </a:avLst>
          </a:prstGeom>
          <a:solidFill>
            <a:srgbClr val="2563EB">
              <a:alpha val="6000"/>
            </a:srgbClr>
          </a:solidFill>
          <a:ln w="25400" cap="flat" cmpd="sng">
            <a:no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11" name="AutoShape 11"/>
          <p:cNvSpPr/>
          <p:nvPr/>
        </p:nvSpPr>
        <p:spPr>
          <a:xfrm>
            <a:off x="635000" y="3266965"/>
            <a:ext cx="5143500" cy="571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400" b="1" i="0" u="none" strike="noStrike">
                <a:solidFill>
                  <a:srgbClr val="2563EB"/>
                </a:solidFill>
                <a:latin typeface="微软雅黑" panose="020B0503020204020204" charset="-122"/>
                <a:ea typeface="微软雅黑" panose="020B0503020204020204" charset="-122"/>
                <a:cs typeface="微软雅黑" panose="020B0503020204020204" charset="-122"/>
                <a:sym typeface="Biennale"/>
              </a:rPr>
              <a:t>02</a:t>
            </a:r>
            <a:r>
              <a:rPr lang="en-US" sz="12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rPr>
              <a:t>采购信息标准化：</a:t>
            </a: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统一税码、计量单位、币种及价格条件类型，确保数据规范一致。</a:t>
            </a:r>
            <a:endParaRPr lang="en-US" sz="1100">
              <a:latin typeface="微软雅黑" panose="020B0503020204020204" charset="-122"/>
              <a:ea typeface="微软雅黑" panose="020B0503020204020204" charset="-122"/>
              <a:cs typeface="微软雅黑" panose="020B0503020204020204" charset="-122"/>
            </a:endParaRPr>
          </a:p>
        </p:txBody>
      </p:sp>
      <p:sp>
        <p:nvSpPr>
          <p:cNvPr id="12" name="AutoShape 12"/>
          <p:cNvSpPr/>
          <p:nvPr/>
        </p:nvSpPr>
        <p:spPr>
          <a:xfrm>
            <a:off x="508000" y="3901965"/>
            <a:ext cx="5334000" cy="635000"/>
          </a:xfrm>
          <a:prstGeom prst="roundRect">
            <a:avLst>
              <a:gd name="adj" fmla="val 0"/>
            </a:avLst>
          </a:prstGeom>
          <a:solidFill>
            <a:srgbClr val="2563EB">
              <a:alpha val="6000"/>
            </a:srgbClr>
          </a:solidFill>
          <a:ln w="25400" cap="flat" cmpd="sng">
            <a:no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13" name="AutoShape 13"/>
          <p:cNvSpPr/>
          <p:nvPr/>
        </p:nvSpPr>
        <p:spPr>
          <a:xfrm>
            <a:off x="635000" y="3965465"/>
            <a:ext cx="5143500" cy="571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400" b="1" i="0" u="none" strike="noStrike">
                <a:solidFill>
                  <a:srgbClr val="2563EB"/>
                </a:solidFill>
                <a:latin typeface="微软雅黑" panose="020B0503020204020204" charset="-122"/>
                <a:ea typeface="微软雅黑" panose="020B0503020204020204" charset="-122"/>
                <a:cs typeface="微软雅黑" panose="020B0503020204020204" charset="-122"/>
                <a:sym typeface="Biennale"/>
              </a:rPr>
              <a:t>03</a:t>
            </a:r>
            <a:r>
              <a:rPr lang="en-US" sz="12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rPr>
              <a:t>变更刚性审批流：</a:t>
            </a: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价格调整必须触发多级审批，系统自动拦截未审批的变更操作。</a:t>
            </a:r>
            <a:endParaRPr lang="en-US" sz="1100">
              <a:latin typeface="微软雅黑" panose="020B0503020204020204" charset="-122"/>
              <a:ea typeface="微软雅黑" panose="020B0503020204020204" charset="-122"/>
              <a:cs typeface="微软雅黑" panose="020B0503020204020204" charset="-122"/>
            </a:endParaRPr>
          </a:p>
        </p:txBody>
      </p:sp>
      <p:sp>
        <p:nvSpPr>
          <p:cNvPr id="14" name="AutoShape 14"/>
          <p:cNvSpPr/>
          <p:nvPr/>
        </p:nvSpPr>
        <p:spPr>
          <a:xfrm>
            <a:off x="508000" y="4600465"/>
            <a:ext cx="5334000" cy="635000"/>
          </a:xfrm>
          <a:prstGeom prst="roundRect">
            <a:avLst>
              <a:gd name="adj" fmla="val 0"/>
            </a:avLst>
          </a:prstGeom>
          <a:solidFill>
            <a:srgbClr val="2563EB">
              <a:alpha val="6000"/>
            </a:srgbClr>
          </a:solidFill>
          <a:ln w="25400" cap="flat" cmpd="sng">
            <a:no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15" name="AutoShape 15"/>
          <p:cNvSpPr/>
          <p:nvPr/>
        </p:nvSpPr>
        <p:spPr>
          <a:xfrm>
            <a:off x="635000" y="4663965"/>
            <a:ext cx="5143500" cy="571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400" b="1" i="0" u="none" strike="noStrike">
                <a:solidFill>
                  <a:srgbClr val="2563EB"/>
                </a:solidFill>
                <a:latin typeface="微软雅黑" panose="020B0503020204020204" charset="-122"/>
                <a:ea typeface="微软雅黑" panose="020B0503020204020204" charset="-122"/>
                <a:cs typeface="微软雅黑" panose="020B0503020204020204" charset="-122"/>
                <a:sym typeface="Biennale"/>
              </a:rPr>
              <a:t>04</a:t>
            </a:r>
            <a:r>
              <a:rPr lang="en-US" sz="12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rPr>
              <a:t>全生命周期追溯：</a:t>
            </a: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系统自动记录所有价格变更的时间、人员及历史版本，支持审计回溯。</a:t>
            </a:r>
            <a:endParaRPr lang="en-US" sz="1100">
              <a:latin typeface="微软雅黑" panose="020B0503020204020204" charset="-122"/>
              <a:ea typeface="微软雅黑" panose="020B0503020204020204" charset="-122"/>
              <a:cs typeface="微软雅黑" panose="020B0503020204020204" charset="-122"/>
            </a:endParaRPr>
          </a:p>
        </p:txBody>
      </p:sp>
      <p:sp>
        <p:nvSpPr>
          <p:cNvPr id="16" name="AutoShape 16"/>
          <p:cNvSpPr/>
          <p:nvPr/>
        </p:nvSpPr>
        <p:spPr>
          <a:xfrm>
            <a:off x="6350000" y="1933465"/>
            <a:ext cx="5334000" cy="444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chemeClr val="accent5">
                    <a:lumMod val="75000"/>
                  </a:schemeClr>
                </a:solidFill>
                <a:latin typeface="微软雅黑" panose="020B0503020204020204" charset="-122"/>
                <a:ea typeface="微软雅黑" panose="020B0503020204020204" charset="-122"/>
                <a:cs typeface="微软雅黑" panose="020B0503020204020204" charset="-122"/>
                <a:sym typeface="Biennale"/>
              </a:rPr>
              <a:t>02</a:t>
            </a:r>
            <a:r>
              <a:rPr lang="en-US" sz="1600" b="1" i="0" u="none" strike="noStrike">
                <a:solidFill>
                  <a:schemeClr val="accent5">
                    <a:lumMod val="75000"/>
                  </a:schemeClr>
                </a:solidFill>
                <a:latin typeface="微软雅黑" panose="020B0503020204020204" charset="-122"/>
                <a:ea typeface="微软雅黑" panose="020B0503020204020204" charset="-122"/>
                <a:cs typeface="微软雅黑" panose="020B0503020204020204" charset="-122"/>
                <a:sym typeface="Noto Sans SC" panose="020B0200000000000000" charset="-122"/>
              </a:rPr>
              <a:t>系统实现方式</a:t>
            </a:r>
          </a:p>
        </p:txBody>
      </p:sp>
      <p:sp>
        <p:nvSpPr>
          <p:cNvPr id="17" name="AutoShape 17"/>
          <p:cNvSpPr/>
          <p:nvPr/>
        </p:nvSpPr>
        <p:spPr>
          <a:xfrm>
            <a:off x="6350000" y="2504965"/>
            <a:ext cx="5334000" cy="635000"/>
          </a:xfrm>
          <a:prstGeom prst="roundRect">
            <a:avLst>
              <a:gd name="adj" fmla="val 0"/>
            </a:avLst>
          </a:prstGeom>
          <a:solidFill>
            <a:schemeClr val="accent1">
              <a:lumMod val="20000"/>
              <a:lumOff val="80000"/>
            </a:schemeClr>
          </a:solidFill>
          <a:ln w="25400" cap="flat" cmpd="sng">
            <a:no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18" name="AutoShape 18"/>
          <p:cNvSpPr/>
          <p:nvPr/>
        </p:nvSpPr>
        <p:spPr>
          <a:xfrm>
            <a:off x="6477000" y="2568465"/>
            <a:ext cx="5143500" cy="571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400" b="1" i="0" u="none" strike="noStrike">
                <a:solidFill>
                  <a:srgbClr val="059669"/>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sz="12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rPr>
              <a:t>主数据标准化：</a:t>
            </a: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配置</a:t>
            </a: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Biennale"/>
              </a:rPr>
              <a:t>SAP</a:t>
            </a: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采购信息记录（</a:t>
            </a: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Biennale"/>
              </a:rPr>
              <a:t>PIR</a:t>
            </a: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），维护基准价、批量价及折扣条件。</a:t>
            </a:r>
            <a:endParaRPr lang="en-US" sz="1100">
              <a:latin typeface="微软雅黑" panose="020B0503020204020204" charset="-122"/>
              <a:ea typeface="微软雅黑" panose="020B0503020204020204" charset="-122"/>
              <a:cs typeface="微软雅黑" panose="020B0503020204020204" charset="-122"/>
            </a:endParaRPr>
          </a:p>
        </p:txBody>
      </p:sp>
      <p:sp>
        <p:nvSpPr>
          <p:cNvPr id="19" name="AutoShape 19"/>
          <p:cNvSpPr/>
          <p:nvPr/>
        </p:nvSpPr>
        <p:spPr>
          <a:xfrm>
            <a:off x="6350000" y="3203465"/>
            <a:ext cx="5334000" cy="635000"/>
          </a:xfrm>
          <a:prstGeom prst="roundRect">
            <a:avLst>
              <a:gd name="adj" fmla="val 0"/>
            </a:avLst>
          </a:prstGeom>
          <a:solidFill>
            <a:schemeClr val="accent1">
              <a:lumMod val="20000"/>
              <a:lumOff val="80000"/>
            </a:schemeClr>
          </a:solidFill>
          <a:ln w="25400" cap="flat" cmpd="sng">
            <a:noFill/>
            <a:prstDash val="solid"/>
            <a:round/>
          </a:ln>
        </p:spPr>
        <p:txBody>
          <a:bodyPr vert="horz" wrap="square" lIns="0" tIns="0" rIns="0" bIns="0" rtlCol="0" anchor="ctr" anchorCtr="0">
            <a:noAutofit/>
          </a:bodyPr>
          <a:lstStyle/>
          <a:p>
            <a:pPr lvl="0" algn="ctr">
              <a:buSzTx/>
              <a:defRPr/>
            </a:pPr>
            <a:endParaRPr>
              <a:latin typeface="微软雅黑" panose="020B0503020204020204" charset="-122"/>
              <a:ea typeface="微软雅黑" panose="020B0503020204020204" charset="-122"/>
              <a:sym typeface="+mn-ea"/>
            </a:endParaRPr>
          </a:p>
        </p:txBody>
      </p:sp>
      <p:sp>
        <p:nvSpPr>
          <p:cNvPr id="20" name="AutoShape 20"/>
          <p:cNvSpPr/>
          <p:nvPr/>
        </p:nvSpPr>
        <p:spPr>
          <a:xfrm>
            <a:off x="6477000" y="3266965"/>
            <a:ext cx="5143500" cy="571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400" b="1" i="0" u="none" strike="noStrike">
                <a:solidFill>
                  <a:srgbClr val="059669"/>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sz="12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rPr>
              <a:t>审批策略配置：</a:t>
            </a: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基于金额或物料组配置</a:t>
            </a: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Biennale"/>
              </a:rPr>
              <a:t>Release Strategy</a:t>
            </a: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，未批准的价格无法使用。</a:t>
            </a:r>
            <a:endParaRPr lang="en-US" sz="1100">
              <a:latin typeface="微软雅黑" panose="020B0503020204020204" charset="-122"/>
              <a:ea typeface="微软雅黑" panose="020B0503020204020204" charset="-122"/>
              <a:cs typeface="微软雅黑" panose="020B0503020204020204" charset="-122"/>
            </a:endParaRPr>
          </a:p>
        </p:txBody>
      </p:sp>
      <p:sp>
        <p:nvSpPr>
          <p:cNvPr id="21" name="AutoShape 21"/>
          <p:cNvSpPr/>
          <p:nvPr/>
        </p:nvSpPr>
        <p:spPr>
          <a:xfrm>
            <a:off x="6350000" y="3901965"/>
            <a:ext cx="5334000" cy="635000"/>
          </a:xfrm>
          <a:prstGeom prst="roundRect">
            <a:avLst>
              <a:gd name="adj" fmla="val 0"/>
            </a:avLst>
          </a:prstGeom>
          <a:solidFill>
            <a:schemeClr val="accent1">
              <a:lumMod val="20000"/>
              <a:lumOff val="80000"/>
            </a:schemeClr>
          </a:solidFill>
          <a:ln w="25400" cap="flat" cmpd="sng">
            <a:noFill/>
            <a:prstDash val="solid"/>
            <a:round/>
          </a:ln>
        </p:spPr>
        <p:txBody>
          <a:bodyPr vert="horz" wrap="square" lIns="0" tIns="0" rIns="0" bIns="0" rtlCol="0" anchor="ctr" anchorCtr="0">
            <a:noAutofit/>
          </a:bodyPr>
          <a:lstStyle/>
          <a:p>
            <a:pPr lvl="0" algn="ctr">
              <a:buSzTx/>
              <a:defRPr/>
            </a:pPr>
            <a:endParaRPr>
              <a:latin typeface="微软雅黑" panose="020B0503020204020204" charset="-122"/>
              <a:ea typeface="微软雅黑" panose="020B0503020204020204" charset="-122"/>
              <a:sym typeface="+mn-ea"/>
            </a:endParaRPr>
          </a:p>
        </p:txBody>
      </p:sp>
      <p:sp>
        <p:nvSpPr>
          <p:cNvPr id="22" name="AutoShape 22"/>
          <p:cNvSpPr/>
          <p:nvPr/>
        </p:nvSpPr>
        <p:spPr>
          <a:xfrm>
            <a:off x="6477000" y="3965465"/>
            <a:ext cx="5143500" cy="571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400" b="1" i="0" u="none" strike="noStrike">
                <a:solidFill>
                  <a:srgbClr val="059669"/>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sz="1200" b="1" i="0" u="none" strike="noStrike">
                <a:solidFill>
                  <a:srgbClr val="1F2937"/>
                </a:solidFill>
                <a:latin typeface="微软雅黑" panose="020B0503020204020204" charset="-122"/>
                <a:ea typeface="微软雅黑" panose="020B0503020204020204" charset="-122"/>
                <a:cs typeface="微软雅黑" panose="020B0503020204020204" charset="-122"/>
                <a:sym typeface="Noto Sans SC" panose="020B0200000000000000" charset="-122"/>
              </a:rPr>
              <a:t>变更文档追踪：</a:t>
            </a: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启用</a:t>
            </a: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Biennale"/>
              </a:rPr>
              <a:t>Change Document</a:t>
            </a:r>
            <a:r>
              <a:rPr lang="en-US" sz="1100" b="0" i="0" u="none" strike="noStrike">
                <a:solidFill>
                  <a:srgbClr val="4B5563"/>
                </a:solidFill>
                <a:latin typeface="微软雅黑" panose="020B0503020204020204" charset="-122"/>
                <a:ea typeface="微软雅黑" panose="020B0503020204020204" charset="-122"/>
                <a:cs typeface="微软雅黑" panose="020B0503020204020204" charset="-122"/>
                <a:sym typeface="Noto Sans SC" panose="020B0200000000000000" charset="-122"/>
              </a:rPr>
              <a:t>功能，完整记录价格修改的每一次操作痕迹。</a:t>
            </a:r>
            <a:endParaRPr lang="en-US" sz="1100">
              <a:latin typeface="微软雅黑" panose="020B0503020204020204" charset="-122"/>
              <a:ea typeface="微软雅黑" panose="020B0503020204020204" charset="-122"/>
              <a:cs typeface="微软雅黑" panose="020B0503020204020204" charset="-122"/>
            </a:endParaRPr>
          </a:p>
        </p:txBody>
      </p:sp>
      <p:sp>
        <p:nvSpPr>
          <p:cNvPr id="23" name="AutoShape 23"/>
          <p:cNvSpPr/>
          <p:nvPr/>
        </p:nvSpPr>
        <p:spPr>
          <a:xfrm>
            <a:off x="6350000" y="4600465"/>
            <a:ext cx="5334000" cy="635000"/>
          </a:xfrm>
          <a:prstGeom prst="roundRect">
            <a:avLst>
              <a:gd name="adj" fmla="val 0"/>
            </a:avLst>
          </a:prstGeom>
          <a:solidFill>
            <a:schemeClr val="accent1">
              <a:lumMod val="20000"/>
              <a:lumOff val="80000"/>
            </a:schemeClr>
          </a:solidFill>
          <a:ln w="25400" cap="flat" cmpd="sng">
            <a:noFill/>
            <a:prstDash val="solid"/>
            <a:round/>
          </a:ln>
        </p:spPr>
        <p:txBody>
          <a:bodyPr vert="horz" wrap="square" lIns="0" tIns="0" rIns="0" bIns="0" rtlCol="0" anchor="ctr" anchorCtr="0">
            <a:noAutofit/>
          </a:bodyPr>
          <a:lstStyle/>
          <a:p>
            <a:pPr lvl="0" algn="ctr">
              <a:buSzTx/>
              <a:defRPr/>
            </a:pPr>
            <a:endParaRPr>
              <a:latin typeface="微软雅黑" panose="020B0503020204020204" charset="-122"/>
              <a:ea typeface="微软雅黑" panose="020B0503020204020204" charset="-122"/>
              <a:sym typeface="+mn-ea"/>
            </a:endParaRPr>
          </a:p>
        </p:txBody>
      </p:sp>
      <p:sp>
        <p:nvSpPr>
          <p:cNvPr id="24" name="AutoShape 24"/>
          <p:cNvSpPr/>
          <p:nvPr/>
        </p:nvSpPr>
        <p:spPr>
          <a:xfrm>
            <a:off x="6477000" y="4663965"/>
            <a:ext cx="5143500" cy="571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400" b="1" i="0" u="none" strike="noStrike">
                <a:solidFill>
                  <a:srgbClr val="059669"/>
                </a:solidFill>
                <a:latin typeface="微软雅黑" panose="020B0503020204020204" charset="-122"/>
                <a:ea typeface="微软雅黑" panose="020B0503020204020204" charset="-122"/>
                <a:cs typeface="Noto Sans SC" panose="020B0200000000000000" charset="-122"/>
                <a:sym typeface="Noto Sans SC" panose="020B0200000000000000" charset="-122"/>
              </a:rPr>
              <a:t>✓</a:t>
            </a:r>
            <a:r>
              <a:rPr lang="en-US" sz="1200" b="1" i="0" u="none" strike="noStrike">
                <a:solidFill>
                  <a:srgbClr val="1F2937"/>
                </a:solidFill>
                <a:latin typeface="微软雅黑" panose="020B0503020204020204" charset="-122"/>
                <a:ea typeface="微软雅黑" panose="020B0503020204020204" charset="-122"/>
                <a:cs typeface="Noto Sans SC" panose="020B0200000000000000" charset="-122"/>
                <a:sym typeface="Noto Sans SC" panose="020B0200000000000000" charset="-122"/>
              </a:rPr>
              <a:t>预警与监控：</a:t>
            </a:r>
            <a:r>
              <a:rPr lang="en-US" sz="1100" b="0" i="0" u="none" strike="noStrike">
                <a:solidFill>
                  <a:srgbClr val="4B5563"/>
                </a:solidFill>
                <a:latin typeface="微软雅黑" panose="020B0503020204020204" charset="-122"/>
                <a:ea typeface="微软雅黑" panose="020B0503020204020204" charset="-122"/>
                <a:cs typeface="Noto Sans SC" panose="020B0200000000000000" charset="-122"/>
                <a:sym typeface="Noto Sans SC" panose="020B0200000000000000" charset="-122"/>
              </a:rPr>
              <a:t>开发增强报表，自动推送即将过期的价格清单及异常波动提醒。</a:t>
            </a:r>
            <a:endParaRPr lang="en-US" sz="1100">
              <a:latin typeface="微软雅黑" panose="020B0503020204020204" charset="-122"/>
              <a:ea typeface="微软雅黑" panose="020B0503020204020204" charset="-122"/>
            </a:endParaRPr>
          </a:p>
        </p:txBody>
      </p:sp>
      <p:sp>
        <p:nvSpPr>
          <p:cNvPr id="25" name="AutoShape 25"/>
          <p:cNvSpPr/>
          <p:nvPr/>
        </p:nvSpPr>
        <p:spPr>
          <a:xfrm>
            <a:off x="508000" y="5362465"/>
            <a:ext cx="11176000" cy="508000"/>
          </a:xfrm>
          <a:prstGeom prst="roundRect">
            <a:avLst>
              <a:gd name="adj" fmla="val 0"/>
            </a:avLst>
          </a:prstGeom>
          <a:solidFill>
            <a:srgbClr val="1E3A8A">
              <a:alpha val="8000"/>
            </a:srgbClr>
          </a:solidFill>
          <a:ln w="25400" cap="flat" cmpd="sng">
            <a:no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26" name="AutoShape 26"/>
          <p:cNvSpPr/>
          <p:nvPr/>
        </p:nvSpPr>
        <p:spPr>
          <a:xfrm>
            <a:off x="635000" y="5464065"/>
            <a:ext cx="10922000" cy="381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300" b="1" i="0" u="none" strike="noStrike">
                <a:solidFill>
                  <a:srgbClr val="1E3A8A"/>
                </a:solidFill>
                <a:latin typeface="微软雅黑" panose="020B0503020204020204" charset="-122"/>
                <a:ea typeface="微软雅黑" panose="020B0503020204020204" charset="-122"/>
                <a:cs typeface="Noto Sans SC" panose="020B0200000000000000" charset="-122"/>
                <a:sym typeface="Noto Sans SC" panose="020B0200000000000000" charset="-122"/>
              </a:rPr>
              <a:t>管控价值：</a:t>
            </a:r>
            <a:r>
              <a:rPr lang="en-US" sz="1300" b="0" i="0" u="none" strike="noStrike">
                <a:solidFill>
                  <a:srgbClr val="1E3A8A"/>
                </a:solidFill>
                <a:latin typeface="微软雅黑" panose="020B0503020204020204" charset="-122"/>
                <a:ea typeface="微软雅黑" panose="020B0503020204020204" charset="-122"/>
                <a:cs typeface="Noto Sans SC" panose="020B0200000000000000" charset="-122"/>
                <a:sym typeface="Noto Sans SC" panose="020B0200000000000000" charset="-122"/>
              </a:rPr>
              <a:t>通过系统刚性控制杜绝非授权价格维护，确保采购价格全流程合规透明，规避财务风险，为降本增效提供数据支撑。</a:t>
            </a:r>
            <a:endParaRPr lang="en-US" sz="1100">
              <a:latin typeface="微软雅黑" panose="020B0503020204020204" charset="-122"/>
              <a:ea typeface="微软雅黑" panose="020B0503020204020204" charset="-122"/>
            </a:endParaRPr>
          </a:p>
        </p:txBody>
      </p:sp>
      <p:sp>
        <p:nvSpPr>
          <p:cNvPr id="27" name="AutoShape 27"/>
          <p:cNvSpPr/>
          <p:nvPr/>
        </p:nvSpPr>
        <p:spPr>
          <a:xfrm>
            <a:off x="508000" y="1196117"/>
            <a:ext cx="11176000" cy="508000"/>
          </a:xfrm>
          <a:prstGeom prst="rect">
            <a:avLst/>
          </a:prstGeom>
          <a:noFill/>
          <a:ln w="12700" cap="flat" cmpd="sng">
            <a:noFill/>
            <a:prstDash val="solid"/>
            <a:round/>
          </a:ln>
        </p:spPr>
        <p:txBody>
          <a:bodyPr vert="horz" wrap="square" lIns="0" tIns="0" rIns="0" bIns="0" rtlCol="0" anchor="ctr">
            <a:noAutofit/>
          </a:bodyPr>
          <a:lstStyle/>
          <a:p>
            <a:pPr marL="0" indent="0" algn="ctr">
              <a:lnSpc>
                <a:spcPct val="125000"/>
              </a:lnSpc>
              <a:defRPr/>
            </a:pPr>
            <a:r>
              <a:rPr lang="en-US" sz="1400" b="0" i="1" u="none" strike="noStrike">
                <a:solidFill>
                  <a:srgbClr val="2563EB"/>
                </a:solidFill>
                <a:latin typeface="微软雅黑" panose="020B0503020204020204" charset="-122"/>
                <a:ea typeface="微软雅黑" panose="020B0503020204020204" charset="-122"/>
                <a:cs typeface="Noto Sans SC" panose="020B0200000000000000" charset="-122"/>
                <a:sym typeface="Noto Sans SC" panose="020B0200000000000000" charset="-122"/>
              </a:rPr>
              <a:t>实现价格有来源、维护有权限、生效有条件、变更有记录、异常有预警</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28625" y="6517632"/>
            <a:ext cx="1354217" cy="153888"/>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微软雅黑" panose="020B0503020204020204" charset="-122"/>
                <a:ea typeface="微软雅黑" panose="020B0503020204020204" charset="-122"/>
                <a:cs typeface="Biennale"/>
                <a:sym typeface="Biennale"/>
              </a:rPr>
              <a:t>Atos Confidential</a:t>
            </a:r>
          </a:p>
        </p:txBody>
      </p:sp>
      <p:sp>
        <p:nvSpPr>
          <p:cNvPr id="3" name="Freeform 3"/>
          <p:cNvSpPr/>
          <p:nvPr/>
        </p:nvSpPr>
        <p:spPr>
          <a:xfrm>
            <a:off x="10944224" y="6446085"/>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latin typeface="微软雅黑" panose="020B0503020204020204" charset="-122"/>
              <a:ea typeface="微软雅黑" panose="020B0503020204020204" charset="-122"/>
            </a:endParaRPr>
          </a:p>
        </p:txBody>
      </p:sp>
      <p:pic>
        <p:nvPicPr>
          <p:cNvPr id="4" name="Picture 4"/>
          <p:cNvPicPr>
            <a:picLocks noChangeAspect="1"/>
          </p:cNvPicPr>
          <p:nvPr/>
        </p:nvPicPr>
        <p:blipFill>
          <a:blip r:embed="rId3"/>
          <a:srcRect/>
          <a:stretch>
            <a:fillRect/>
          </a:stretch>
        </p:blipFill>
        <p:spPr>
          <a:xfrm>
            <a:off x="287947" y="6412870"/>
            <a:ext cx="1742736" cy="343961"/>
          </a:xfrm>
          <a:prstGeom prst="rect">
            <a:avLst/>
          </a:prstGeom>
          <a:noFill/>
          <a:ln w="25400" cap="flat" cmpd="sng">
            <a:noFill/>
            <a:prstDash val="solid"/>
            <a:round/>
          </a:ln>
        </p:spPr>
      </p:pic>
      <p:sp>
        <p:nvSpPr>
          <p:cNvPr id="5" name="AutoShape 5"/>
          <p:cNvSpPr/>
          <p:nvPr/>
        </p:nvSpPr>
        <p:spPr>
          <a:xfrm>
            <a:off x="428624" y="291451"/>
            <a:ext cx="11337925" cy="912315"/>
          </a:xfrm>
          <a:prstGeom prst="rect">
            <a:avLst/>
          </a:prstGeom>
          <a:noFill/>
          <a:ln w="12700" cap="flat" cmpd="sng">
            <a:noFill/>
            <a:prstDash val="solid"/>
            <a:round/>
          </a:ln>
        </p:spPr>
        <p:txBody>
          <a:bodyPr vert="horz" wrap="square" lIns="0" tIns="0" rIns="0" bIns="0" rtlCol="0" anchor="t" anchorCtr="0">
            <a:noAutofit/>
          </a:bodyPr>
          <a:lstStyle/>
          <a:p>
            <a:pPr lvl="0" algn="l">
              <a:buSzTx/>
              <a:defRPr/>
            </a:pPr>
            <a:r>
              <a:rPr lang="en-US" sz="2800" b="1">
                <a:solidFill>
                  <a:srgbClr val="0073E6"/>
                </a:solidFill>
                <a:latin typeface="Biennale Bold"/>
                <a:ea typeface="Biennale Bold"/>
                <a:cs typeface="Biennale Bold"/>
                <a:sym typeface="Biennale Bold"/>
              </a:rPr>
              <a:t>任务二：将供应商准入结果落地为SAP可执行的货源清单</a:t>
            </a:r>
            <a:br>
              <a:rPr lang="en-US" sz="2800" b="1">
                <a:solidFill>
                  <a:srgbClr val="0073E6"/>
                </a:solidFill>
                <a:latin typeface="Biennale Bold"/>
                <a:ea typeface="Biennale Bold"/>
                <a:cs typeface="Biennale Bold"/>
                <a:sym typeface="Biennale Bold"/>
              </a:rPr>
            </a:br>
            <a:br>
              <a:rPr lang="en-US" sz="2800" b="1">
                <a:solidFill>
                  <a:srgbClr val="0073E6"/>
                </a:solidFill>
                <a:latin typeface="Biennale Bold"/>
                <a:ea typeface="Biennale Bold"/>
                <a:cs typeface="Biennale Bold"/>
                <a:sym typeface="Biennale Bold"/>
              </a:rPr>
            </a:br>
            <a:br>
              <a:rPr lang="en-US" sz="2800" b="1">
                <a:solidFill>
                  <a:srgbClr val="0073E6"/>
                </a:solidFill>
                <a:latin typeface="Biennale Bold"/>
                <a:ea typeface="Biennale Bold"/>
                <a:cs typeface="Biennale Bold"/>
                <a:sym typeface="Biennale Bold"/>
              </a:rPr>
            </a:br>
            <a:br>
              <a:rPr lang="en-US" sz="2800" b="1">
                <a:solidFill>
                  <a:srgbClr val="0073E6"/>
                </a:solidFill>
                <a:latin typeface="Biennale Bold"/>
                <a:ea typeface="Biennale Bold"/>
                <a:cs typeface="Biennale Bold"/>
                <a:sym typeface="Biennale Bold"/>
              </a:rPr>
            </a:br>
            <a:br>
              <a:rPr lang="en-US" sz="2800" b="1">
                <a:solidFill>
                  <a:srgbClr val="0073E6"/>
                </a:solidFill>
                <a:latin typeface="Biennale Bold"/>
                <a:ea typeface="Biennale Bold"/>
                <a:cs typeface="Biennale Bold"/>
                <a:sym typeface="Biennale Bold"/>
              </a:rPr>
            </a:br>
            <a:br>
              <a:rPr lang="en-US" sz="2800" b="1">
                <a:solidFill>
                  <a:srgbClr val="0073E6"/>
                </a:solidFill>
                <a:latin typeface="Biennale Bold"/>
                <a:ea typeface="Biennale Bold"/>
                <a:cs typeface="Biennale Bold"/>
                <a:sym typeface="Biennale Bold"/>
              </a:rPr>
            </a:br>
            <a:endParaRPr lang="en-US" sz="2800" b="1">
              <a:solidFill>
                <a:srgbClr val="0073E6"/>
              </a:solidFill>
              <a:latin typeface="Biennale Bold"/>
              <a:ea typeface="Biennale Bold"/>
              <a:cs typeface="Biennale Bold"/>
              <a:sym typeface="Biennale Bold"/>
            </a:endParaRPr>
          </a:p>
        </p:txBody>
      </p:sp>
      <p:sp>
        <p:nvSpPr>
          <p:cNvPr id="6" name="AutoShape 6"/>
          <p:cNvSpPr/>
          <p:nvPr/>
        </p:nvSpPr>
        <p:spPr>
          <a:xfrm>
            <a:off x="508000" y="1526056"/>
            <a:ext cx="3556000" cy="2794000"/>
          </a:xfrm>
          <a:prstGeom prst="roundRect">
            <a:avLst>
              <a:gd name="adj" fmla="val 0"/>
            </a:avLst>
          </a:prstGeom>
          <a:solidFill>
            <a:srgbClr val="2563EB">
              <a:alpha val="6000"/>
            </a:srgbClr>
          </a:solidFill>
          <a:ln w="12700" cap="flat" cmpd="sng">
            <a:solidFill>
              <a:srgbClr val="0C4AD2">
                <a:alpha val="6000"/>
              </a:srgbClr>
            </a:solid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7" name="AutoShape 7"/>
          <p:cNvSpPr/>
          <p:nvPr/>
        </p:nvSpPr>
        <p:spPr>
          <a:xfrm>
            <a:off x="711200" y="1729256"/>
            <a:ext cx="3149600" cy="381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400" b="1" i="0" u="none" strike="noStrike">
                <a:solidFill>
                  <a:srgbClr val="2563EB"/>
                </a:solidFill>
                <a:latin typeface="微软雅黑" panose="020B0503020204020204" charset="-122"/>
                <a:ea typeface="微软雅黑" panose="020B0503020204020204" charset="-122"/>
                <a:cs typeface="Noto Sans SC" panose="020B0200000000000000" charset="-122"/>
                <a:sym typeface="Noto Sans SC" panose="020B0200000000000000" charset="-122"/>
              </a:rPr>
              <a:t>建设目标</a:t>
            </a:r>
          </a:p>
        </p:txBody>
      </p:sp>
      <p:sp>
        <p:nvSpPr>
          <p:cNvPr id="8" name="AutoShape 8"/>
          <p:cNvSpPr/>
          <p:nvPr/>
        </p:nvSpPr>
        <p:spPr>
          <a:xfrm>
            <a:off x="711200" y="2161056"/>
            <a:ext cx="3149600" cy="25400"/>
          </a:xfrm>
          <a:prstGeom prst="roundRect">
            <a:avLst>
              <a:gd name="adj" fmla="val 0"/>
            </a:avLst>
          </a:prstGeom>
          <a:solidFill>
            <a:srgbClr val="2563EB">
              <a:alpha val="30000"/>
            </a:srgbClr>
          </a:solidFill>
          <a:ln w="25400" cap="flat" cmpd="sng">
            <a:no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9" name="AutoShape 9"/>
          <p:cNvSpPr/>
          <p:nvPr/>
        </p:nvSpPr>
        <p:spPr>
          <a:xfrm>
            <a:off x="711200" y="2351556"/>
            <a:ext cx="3149600" cy="1841500"/>
          </a:xfrm>
          <a:prstGeom prst="rect">
            <a:avLst/>
          </a:prstGeom>
          <a:noFill/>
          <a:ln w="12700" cap="flat" cmpd="sng">
            <a:noFill/>
            <a:prstDash val="solid"/>
            <a:round/>
          </a:ln>
        </p:spPr>
        <p:txBody>
          <a:bodyPr vert="horz" wrap="square" lIns="0" tIns="0" rIns="0" bIns="0" rtlCol="0" anchor="ctr">
            <a:noAutofit/>
          </a:bodyPr>
          <a:lstStyle/>
          <a:p>
            <a:pPr marL="0" indent="0" algn="l">
              <a:lnSpc>
                <a:spcPct val="117000"/>
              </a:lnSpc>
              <a:defRPr/>
            </a:pP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打通</a:t>
            </a: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Biennale"/>
              </a:rPr>
              <a:t>SRM</a:t>
            </a: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与</a:t>
            </a: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Biennale"/>
              </a:rPr>
              <a:t>SAP</a:t>
            </a: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的准入结果数据流，将审批结果直接映射为</a:t>
            </a: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Biennale"/>
              </a:rPr>
              <a:t>SAP</a:t>
            </a: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中可执行的物料</a:t>
            </a: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Biennale"/>
              </a:rPr>
              <a:t>-</a:t>
            </a: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供应商供应关系。从系统层面建立刚性的供应资格控制机制，彻底解决</a:t>
            </a: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Biennale"/>
              </a:rPr>
              <a:t>“</a:t>
            </a: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供应商已审批但系统未受控</a:t>
            </a: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Biennale"/>
              </a:rPr>
              <a:t>”</a:t>
            </a: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的管理盲区，确保采购源头合规。</a:t>
            </a:r>
            <a:endParaRPr lang="en-US" sz="1100">
              <a:latin typeface="微软雅黑" panose="020B0503020204020204" charset="-122"/>
              <a:ea typeface="微软雅黑" panose="020B0503020204020204" charset="-122"/>
              <a:cs typeface="微软雅黑" panose="020B0503020204020204" charset="-122"/>
            </a:endParaRPr>
          </a:p>
        </p:txBody>
      </p:sp>
      <p:sp>
        <p:nvSpPr>
          <p:cNvPr id="10" name="AutoShape 10"/>
          <p:cNvSpPr/>
          <p:nvPr/>
        </p:nvSpPr>
        <p:spPr>
          <a:xfrm>
            <a:off x="4318000" y="1526056"/>
            <a:ext cx="3556000" cy="2794000"/>
          </a:xfrm>
          <a:prstGeom prst="roundRect">
            <a:avLst>
              <a:gd name="adj" fmla="val 0"/>
            </a:avLst>
          </a:prstGeom>
          <a:solidFill>
            <a:srgbClr val="2563EB">
              <a:alpha val="6000"/>
            </a:srgbClr>
          </a:solidFill>
          <a:ln w="12700" cap="flat" cmpd="sng">
            <a:solidFill>
              <a:srgbClr val="0C4AD2">
                <a:alpha val="6000"/>
              </a:srgbClr>
            </a:solid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11" name="AutoShape 11"/>
          <p:cNvSpPr/>
          <p:nvPr/>
        </p:nvSpPr>
        <p:spPr>
          <a:xfrm>
            <a:off x="4521200" y="1729256"/>
            <a:ext cx="3149600" cy="381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400" b="1" i="0" u="none" strike="noStrike">
                <a:solidFill>
                  <a:srgbClr val="2563EB"/>
                </a:solidFill>
                <a:latin typeface="微软雅黑" panose="020B0503020204020204" charset="-122"/>
                <a:ea typeface="微软雅黑" panose="020B0503020204020204" charset="-122"/>
                <a:cs typeface="Noto Sans SC" panose="020B0200000000000000" charset="-122"/>
                <a:sym typeface="Noto Sans SC" panose="020B0200000000000000" charset="-122"/>
              </a:rPr>
              <a:t>核心举措</a:t>
            </a:r>
          </a:p>
        </p:txBody>
      </p:sp>
      <p:sp>
        <p:nvSpPr>
          <p:cNvPr id="12" name="AutoShape 12"/>
          <p:cNvSpPr/>
          <p:nvPr/>
        </p:nvSpPr>
        <p:spPr>
          <a:xfrm>
            <a:off x="4521200" y="2161056"/>
            <a:ext cx="3149600" cy="25400"/>
          </a:xfrm>
          <a:prstGeom prst="roundRect">
            <a:avLst>
              <a:gd name="adj" fmla="val 0"/>
            </a:avLst>
          </a:prstGeom>
          <a:solidFill>
            <a:srgbClr val="2563EB">
              <a:alpha val="30000"/>
            </a:srgbClr>
          </a:solidFill>
          <a:ln w="25400" cap="flat" cmpd="sng">
            <a:no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13" name="AutoShape 13"/>
          <p:cNvSpPr/>
          <p:nvPr/>
        </p:nvSpPr>
        <p:spPr>
          <a:xfrm>
            <a:off x="4521200" y="2351556"/>
            <a:ext cx="3149600" cy="1841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Biennale"/>
              </a:rPr>
              <a:t>•</a:t>
            </a: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建立清单全生命周期规则，明确适用范围、维护权责及冻结清理机制。</a:t>
            </a:r>
            <a:b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Biennale"/>
              </a:rPr>
              <a:t>•</a:t>
            </a: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部署批量维护工具，解决海量物料与供应商的关联效率问题。</a:t>
            </a:r>
            <a:b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Biennale"/>
              </a:rPr>
              <a:t>•</a:t>
            </a: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配置分级管控策略，对非合格货源实施系统拦截或预警审批。</a:t>
            </a:r>
            <a:b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Biennale"/>
              </a:rPr>
              <a:t>•</a:t>
            </a: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联动绩效结果，将质量与交付评分作为货源资格动态调整依据。</a:t>
            </a:r>
            <a:endParaRPr lang="en-US" sz="1100">
              <a:latin typeface="微软雅黑" panose="020B0503020204020204" charset="-122"/>
              <a:ea typeface="微软雅黑" panose="020B0503020204020204" charset="-122"/>
              <a:cs typeface="微软雅黑" panose="020B0503020204020204" charset="-122"/>
            </a:endParaRPr>
          </a:p>
        </p:txBody>
      </p:sp>
      <p:sp>
        <p:nvSpPr>
          <p:cNvPr id="14" name="AutoShape 14"/>
          <p:cNvSpPr/>
          <p:nvPr/>
        </p:nvSpPr>
        <p:spPr>
          <a:xfrm>
            <a:off x="8128000" y="1526056"/>
            <a:ext cx="3556000" cy="2794000"/>
          </a:xfrm>
          <a:prstGeom prst="roundRect">
            <a:avLst>
              <a:gd name="adj" fmla="val 0"/>
            </a:avLst>
          </a:prstGeom>
          <a:solidFill>
            <a:srgbClr val="2563EB">
              <a:alpha val="6000"/>
            </a:srgbClr>
          </a:solidFill>
          <a:ln w="12700" cap="flat" cmpd="sng">
            <a:solidFill>
              <a:srgbClr val="0C4AD2">
                <a:alpha val="6000"/>
              </a:srgbClr>
            </a:solidFill>
            <a:prstDash val="solid"/>
            <a:round/>
          </a:ln>
        </p:spPr>
        <p:txBody>
          <a:bodyPr vert="horz" wrap="square" lIns="0" tIns="0" rIns="0" bIns="0" rtlCol="0" anchor="ctr" anchorCtr="0">
            <a:noAutofit/>
          </a:bodyPr>
          <a:lstStyle/>
          <a:p>
            <a:pPr lvl="0" algn="ctr">
              <a:buSzTx/>
              <a:defRPr/>
            </a:pPr>
            <a:endParaRPr>
              <a:latin typeface="微软雅黑" panose="020B0503020204020204" charset="-122"/>
              <a:ea typeface="微软雅黑" panose="020B0503020204020204" charset="-122"/>
              <a:sym typeface="+mn-ea"/>
            </a:endParaRPr>
          </a:p>
        </p:txBody>
      </p:sp>
      <p:sp>
        <p:nvSpPr>
          <p:cNvPr id="15" name="AutoShape 15"/>
          <p:cNvSpPr/>
          <p:nvPr/>
        </p:nvSpPr>
        <p:spPr>
          <a:xfrm>
            <a:off x="8331200" y="1729256"/>
            <a:ext cx="3149600" cy="381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400" b="1" i="0" u="none" strike="noStrike">
                <a:solidFill>
                  <a:schemeClr val="accent1">
                    <a:lumMod val="75000"/>
                  </a:schemeClr>
                </a:solidFill>
                <a:latin typeface="微软雅黑" panose="020B0503020204020204" charset="-122"/>
                <a:ea typeface="微软雅黑" panose="020B0503020204020204" charset="-122"/>
                <a:cs typeface="Noto Sans SC" panose="020B0200000000000000" charset="-122"/>
                <a:sym typeface="Noto Sans SC" panose="020B0200000000000000" charset="-122"/>
              </a:rPr>
              <a:t>系统实现</a:t>
            </a:r>
          </a:p>
        </p:txBody>
      </p:sp>
      <p:sp>
        <p:nvSpPr>
          <p:cNvPr id="16" name="AutoShape 16"/>
          <p:cNvSpPr/>
          <p:nvPr/>
        </p:nvSpPr>
        <p:spPr>
          <a:xfrm>
            <a:off x="8331200" y="2161056"/>
            <a:ext cx="3149600" cy="25400"/>
          </a:xfrm>
          <a:prstGeom prst="roundRect">
            <a:avLst>
              <a:gd name="adj" fmla="val 0"/>
            </a:avLst>
          </a:prstGeom>
          <a:solidFill>
            <a:srgbClr val="059669">
              <a:alpha val="30000"/>
            </a:srgbClr>
          </a:solidFill>
          <a:ln w="25400" cap="flat" cmpd="sng">
            <a:no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17" name="AutoShape 17"/>
          <p:cNvSpPr/>
          <p:nvPr/>
        </p:nvSpPr>
        <p:spPr>
          <a:xfrm>
            <a:off x="8331200" y="2351556"/>
            <a:ext cx="3149600" cy="1841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✓启用</a:t>
            </a: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Biennale"/>
              </a:rPr>
              <a:t>SAP</a:t>
            </a: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标准货源清单</a:t>
            </a: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Biennale"/>
              </a:rPr>
              <a:t>(</a:t>
            </a: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微软雅黑 Light" panose="020B0502040204020203" charset="-122"/>
              </a:rPr>
              <a:t>Source List</a:t>
            </a: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Biennale"/>
              </a:rPr>
              <a:t>)</a:t>
            </a: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作为核心控制载体。</a:t>
            </a:r>
            <a:b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✓开发</a:t>
            </a: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Biennale"/>
              </a:rPr>
              <a:t>CPI</a:t>
            </a: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批量维护接口，支撑高频次数据同步。</a:t>
            </a:r>
            <a:b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✓增强采购订单校验逻辑，强制关联有效货源清单。</a:t>
            </a:r>
            <a:b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br>
            <a:r>
              <a:rPr lang="en-US" sz="1100" b="0" i="0" u="none" strike="noStrike">
                <a:solidFill>
                  <a:srgbClr val="374151"/>
                </a:solidFill>
                <a:latin typeface="微软雅黑" panose="020B0503020204020204" charset="-122"/>
                <a:ea typeface="微软雅黑" panose="020B0503020204020204" charset="-122"/>
                <a:cs typeface="微软雅黑" panose="020B0503020204020204" charset="-122"/>
                <a:sym typeface="Noto Sans SC" panose="020B0200000000000000" charset="-122"/>
              </a:rPr>
              <a:t>✓配置供应商状态与货源清单的实时集成同步机制。</a:t>
            </a:r>
            <a:endParaRPr lang="en-US" sz="1100">
              <a:latin typeface="微软雅黑" panose="020B0503020204020204" charset="-122"/>
              <a:ea typeface="微软雅黑" panose="020B0503020204020204" charset="-122"/>
              <a:cs typeface="微软雅黑" panose="020B0503020204020204" charset="-122"/>
            </a:endParaRPr>
          </a:p>
        </p:txBody>
      </p:sp>
      <p:sp>
        <p:nvSpPr>
          <p:cNvPr id="18" name="AutoShape 18"/>
          <p:cNvSpPr/>
          <p:nvPr/>
        </p:nvSpPr>
        <p:spPr>
          <a:xfrm>
            <a:off x="508000" y="4828056"/>
            <a:ext cx="11176000" cy="889000"/>
          </a:xfrm>
          <a:prstGeom prst="roundRect">
            <a:avLst>
              <a:gd name="adj" fmla="val 0"/>
            </a:avLst>
          </a:prstGeom>
          <a:solidFill>
            <a:srgbClr val="1E3A8A">
              <a:alpha val="8000"/>
            </a:srgbClr>
          </a:solidFill>
          <a:ln w="12700" cap="flat" cmpd="sng">
            <a:solidFill>
              <a:srgbClr val="1E3A8A">
                <a:alpha val="15000"/>
              </a:srgbClr>
            </a:solidFill>
            <a:prstDash val="solid"/>
            <a:round/>
          </a:ln>
        </p:spPr>
        <p:txBody>
          <a:bodyPr vert="horz" wrap="square" lIns="0" tIns="0" rIns="0" bIns="0" rtlCol="0" anchor="ctr" anchorCtr="0"/>
          <a:lstStyle/>
          <a:p>
            <a:pPr algn="ctr">
              <a:defRPr/>
            </a:pPr>
            <a:endParaRPr>
              <a:latin typeface="微软雅黑" panose="020B0503020204020204" charset="-122"/>
              <a:ea typeface="微软雅黑" panose="020B0503020204020204" charset="-122"/>
            </a:endParaRPr>
          </a:p>
        </p:txBody>
      </p:sp>
      <p:sp>
        <p:nvSpPr>
          <p:cNvPr id="19" name="AutoShape 19"/>
          <p:cNvSpPr/>
          <p:nvPr/>
        </p:nvSpPr>
        <p:spPr>
          <a:xfrm>
            <a:off x="762000" y="5018556"/>
            <a:ext cx="10668000" cy="635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a:lnSpc>
                <a:spcPct val="100000"/>
              </a:lnSpc>
              <a:defRPr/>
            </a:pPr>
            <a:r>
              <a:rPr lang="en-US" sz="1300" b="1" i="0" u="none" strike="noStrike">
                <a:solidFill>
                  <a:srgbClr val="1E3A8A"/>
                </a:solidFill>
                <a:latin typeface="微软雅黑" panose="020B0503020204020204" charset="-122"/>
                <a:ea typeface="微软雅黑" panose="020B0503020204020204" charset="-122"/>
                <a:cs typeface="Noto Sans SC" panose="020B0200000000000000" charset="-122"/>
                <a:sym typeface="Noto Sans SC" panose="020B0200000000000000" charset="-122"/>
              </a:rPr>
              <a:t>控制价值：实现采购申请自动按配额比例分配，确保招标确定的分配策略刚性落地，有效防范人工分配偏差与合规风险，实现配额管理的闭环管控。</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28625" y="6517632"/>
            <a:ext cx="1354217" cy="153888"/>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Atos Confidential</a:t>
            </a:r>
            <a:endParaRPr lang="en-US" sz="1100"/>
          </a:p>
        </p:txBody>
      </p:sp>
      <p:sp>
        <p:nvSpPr>
          <p:cNvPr id="3" name="Freeform 3"/>
          <p:cNvSpPr/>
          <p:nvPr/>
        </p:nvSpPr>
        <p:spPr>
          <a:xfrm>
            <a:off x="10944224" y="6446085"/>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pic>
        <p:nvPicPr>
          <p:cNvPr id="4" name="Picture 4"/>
          <p:cNvPicPr>
            <a:picLocks noChangeAspect="1"/>
          </p:cNvPicPr>
          <p:nvPr/>
        </p:nvPicPr>
        <p:blipFill>
          <a:blip r:embed="rId3"/>
          <a:srcRect/>
          <a:stretch>
            <a:fillRect/>
          </a:stretch>
        </p:blipFill>
        <p:spPr>
          <a:xfrm>
            <a:off x="287947" y="6412870"/>
            <a:ext cx="1742736" cy="343961"/>
          </a:xfrm>
          <a:prstGeom prst="rect">
            <a:avLst/>
          </a:prstGeom>
          <a:noFill/>
          <a:ln w="25400" cap="flat" cmpd="sng">
            <a:noFill/>
            <a:prstDash val="solid"/>
            <a:round/>
          </a:ln>
        </p:spPr>
      </p:pic>
      <p:sp>
        <p:nvSpPr>
          <p:cNvPr id="5" name="AutoShape 5"/>
          <p:cNvSpPr/>
          <p:nvPr/>
        </p:nvSpPr>
        <p:spPr>
          <a:xfrm>
            <a:off x="428625" y="291465"/>
            <a:ext cx="11337925" cy="62865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a:solidFill>
                  <a:srgbClr val="0073E6"/>
                </a:solidFill>
                <a:latin typeface="Biennale Bold"/>
                <a:ea typeface="Biennale Bold"/>
                <a:cs typeface="Biennale Bold"/>
                <a:sym typeface="Biennale Bold"/>
              </a:rPr>
              <a:t>任务三：将供应商策略转化为SAP配额协议，实现订单自动分配</a:t>
            </a:r>
            <a:br>
              <a:rPr lang="en-US" sz="2800" b="1" i="0" u="none" strike="noStrike">
                <a:solidFill>
                  <a:srgbClr val="0073E6"/>
                </a:solidFill>
                <a:latin typeface="Biennale Bold"/>
                <a:ea typeface="Biennale Bold"/>
                <a:cs typeface="Biennale Bold"/>
                <a:sym typeface="Biennale Bold"/>
              </a:rPr>
            </a:br>
            <a:br>
              <a:rPr lang="en-US" sz="2800" b="1" i="0" u="none" strike="noStrike">
                <a:solidFill>
                  <a:srgbClr val="0073E6"/>
                </a:solidFill>
                <a:latin typeface="Biennale Bold"/>
                <a:ea typeface="Biennale Bold"/>
                <a:cs typeface="Biennale Bold"/>
                <a:sym typeface="Biennale Bold"/>
              </a:rPr>
            </a:br>
            <a:endParaRPr lang="en-US" sz="1100"/>
          </a:p>
        </p:txBody>
      </p:sp>
      <p:sp>
        <p:nvSpPr>
          <p:cNvPr id="6" name="AutoShape 6"/>
          <p:cNvSpPr/>
          <p:nvPr/>
        </p:nvSpPr>
        <p:spPr>
          <a:xfrm>
            <a:off x="508000" y="1363683"/>
            <a:ext cx="5842000" cy="508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6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核心建设内容</a:t>
            </a:r>
            <a:endParaRPr lang="en-US" sz="1100"/>
          </a:p>
        </p:txBody>
      </p:sp>
      <p:sp>
        <p:nvSpPr>
          <p:cNvPr id="7" name="AutoShape 7"/>
          <p:cNvSpPr/>
          <p:nvPr/>
        </p:nvSpPr>
        <p:spPr>
          <a:xfrm>
            <a:off x="508000" y="1998683"/>
            <a:ext cx="5842000" cy="762000"/>
          </a:xfrm>
          <a:prstGeom prst="roundRect">
            <a:avLst>
              <a:gd name="adj" fmla="val 0"/>
            </a:avLst>
          </a:prstGeom>
          <a:solidFill>
            <a:srgbClr val="EFF6FF">
              <a:alpha val="60000"/>
            </a:srgbClr>
          </a:solidFill>
          <a:ln w="12700" cap="flat" cmpd="sng">
            <a:solidFill>
              <a:srgbClr val="C0D0E6">
                <a:alpha val="60000"/>
              </a:srgbClr>
            </a:solidFill>
            <a:prstDash val="solid"/>
            <a:round/>
          </a:ln>
        </p:spPr>
        <p:txBody>
          <a:bodyPr vert="horz" wrap="square" lIns="0" tIns="0" rIns="0" bIns="0" rtlCol="0" anchor="ctr" anchorCtr="0"/>
          <a:lstStyle/>
          <a:p>
            <a:pPr algn="ctr">
              <a:defRPr/>
            </a:pPr>
            <a:endParaRPr/>
          </a:p>
        </p:txBody>
      </p:sp>
      <p:sp>
        <p:nvSpPr>
          <p:cNvPr id="8" name="AutoShape 8"/>
          <p:cNvSpPr/>
          <p:nvPr/>
        </p:nvSpPr>
        <p:spPr>
          <a:xfrm>
            <a:off x="635000" y="2125683"/>
            <a:ext cx="508000" cy="508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800" b="1" i="0" u="none" strike="noStrike">
                <a:solidFill>
                  <a:srgbClr val="2563EB"/>
                </a:solidFill>
                <a:latin typeface="Biennale"/>
                <a:ea typeface="Biennale"/>
                <a:cs typeface="Biennale"/>
                <a:sym typeface="Biennale"/>
              </a:rPr>
              <a:t>01</a:t>
            </a:r>
            <a:endParaRPr lang="en-US" sz="1100"/>
          </a:p>
        </p:txBody>
      </p:sp>
      <p:sp>
        <p:nvSpPr>
          <p:cNvPr id="9" name="AutoShape 9"/>
          <p:cNvSpPr/>
          <p:nvPr/>
        </p:nvSpPr>
        <p:spPr>
          <a:xfrm>
            <a:off x="1206500" y="2062183"/>
            <a:ext cx="5080000" cy="698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外购成品供应商策略落地</a:t>
            </a:r>
            <a:b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将主供</a:t>
            </a:r>
            <a:r>
              <a:rPr lang="en-US" sz="1100" b="0" i="0" u="none" strike="noStrike">
                <a:solidFill>
                  <a:srgbClr val="4B5563"/>
                </a:solidFill>
                <a:latin typeface="Biennale"/>
                <a:ea typeface="Biennale"/>
                <a:cs typeface="Biennale"/>
                <a:sym typeface="Biennale"/>
              </a:rPr>
              <a:t>/</a:t>
            </a: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备供关系、采购份额等业务规则转化为系统可识别的逻辑，明确货源优先级与分配基准，夯实系统运行基础。</a:t>
            </a:r>
            <a:endParaRPr lang="en-US" sz="1100"/>
          </a:p>
        </p:txBody>
      </p:sp>
      <p:sp>
        <p:nvSpPr>
          <p:cNvPr id="10" name="AutoShape 10"/>
          <p:cNvSpPr/>
          <p:nvPr/>
        </p:nvSpPr>
        <p:spPr>
          <a:xfrm>
            <a:off x="508000" y="2824183"/>
            <a:ext cx="5842000" cy="762000"/>
          </a:xfrm>
          <a:prstGeom prst="roundRect">
            <a:avLst>
              <a:gd name="adj" fmla="val 0"/>
            </a:avLst>
          </a:prstGeom>
          <a:solidFill>
            <a:srgbClr val="EFF6FF">
              <a:alpha val="60000"/>
            </a:srgbClr>
          </a:solidFill>
          <a:ln w="12700" cap="flat" cmpd="sng">
            <a:solidFill>
              <a:srgbClr val="C0D0E6">
                <a:alpha val="60000"/>
              </a:srgbClr>
            </a:solidFill>
            <a:prstDash val="solid"/>
            <a:round/>
          </a:ln>
        </p:spPr>
        <p:txBody>
          <a:bodyPr vert="horz" wrap="square" lIns="0" tIns="0" rIns="0" bIns="0" rtlCol="0" anchor="ctr" anchorCtr="0"/>
          <a:lstStyle/>
          <a:p>
            <a:pPr algn="ctr">
              <a:defRPr/>
            </a:pPr>
            <a:endParaRPr/>
          </a:p>
        </p:txBody>
      </p:sp>
      <p:sp>
        <p:nvSpPr>
          <p:cNvPr id="11" name="AutoShape 11"/>
          <p:cNvSpPr/>
          <p:nvPr/>
        </p:nvSpPr>
        <p:spPr>
          <a:xfrm>
            <a:off x="635000" y="2951183"/>
            <a:ext cx="508000" cy="508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800" b="1" i="0" u="none" strike="noStrike">
                <a:solidFill>
                  <a:srgbClr val="2563EB"/>
                </a:solidFill>
                <a:latin typeface="Biennale"/>
                <a:ea typeface="Biennale"/>
                <a:cs typeface="Biennale"/>
                <a:sym typeface="Biennale"/>
              </a:rPr>
              <a:t>02</a:t>
            </a:r>
            <a:endParaRPr lang="en-US" sz="1100"/>
          </a:p>
        </p:txBody>
      </p:sp>
      <p:sp>
        <p:nvSpPr>
          <p:cNvPr id="12" name="AutoShape 12"/>
          <p:cNvSpPr/>
          <p:nvPr/>
        </p:nvSpPr>
        <p:spPr>
          <a:xfrm>
            <a:off x="1206500" y="2887683"/>
            <a:ext cx="5080000" cy="698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配额协议（</a:t>
            </a:r>
            <a:r>
              <a:rPr lang="en-US" sz="1200" b="1" i="0" u="none" strike="noStrike">
                <a:solidFill>
                  <a:srgbClr val="1F2937"/>
                </a:solidFill>
                <a:latin typeface="微软雅黑 Light" panose="020B0502040204020203" charset="-122"/>
                <a:ea typeface="微软雅黑 Light" panose="020B0502040204020203" charset="-122"/>
                <a:cs typeface="微软雅黑 Light" panose="020B0502040204020203" charset="-122"/>
                <a:sym typeface="微软雅黑 Light" panose="020B0502040204020203" charset="-122"/>
              </a:rPr>
              <a:t>Quota Arrangement</a:t>
            </a: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）配置</a:t>
            </a:r>
            <a:b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按</a:t>
            </a:r>
            <a:r>
              <a:rPr lang="en-US" sz="1100" b="0" i="0" u="none" strike="noStrike">
                <a:solidFill>
                  <a:srgbClr val="4B5563"/>
                </a:solidFill>
                <a:latin typeface="Biennale"/>
                <a:ea typeface="Biennale"/>
                <a:cs typeface="Biennale"/>
                <a:sym typeface="Biennale"/>
              </a:rPr>
              <a:t>“</a:t>
            </a: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物料</a:t>
            </a:r>
            <a:r>
              <a:rPr lang="en-US" sz="1100" b="0" i="0" u="none" strike="noStrike">
                <a:solidFill>
                  <a:srgbClr val="4B5563"/>
                </a:solidFill>
                <a:latin typeface="Biennale"/>
                <a:ea typeface="Biennale"/>
                <a:cs typeface="Biennale"/>
                <a:sym typeface="Biennale"/>
              </a:rPr>
              <a:t>+</a:t>
            </a: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采购组织</a:t>
            </a:r>
            <a:r>
              <a:rPr lang="en-US" sz="1100" b="0" i="0" u="none" strike="noStrike">
                <a:solidFill>
                  <a:srgbClr val="4B5563"/>
                </a:solidFill>
                <a:latin typeface="Biennale"/>
                <a:ea typeface="Biennale"/>
                <a:cs typeface="Biennale"/>
                <a:sym typeface="Biennale"/>
              </a:rPr>
              <a:t>+</a:t>
            </a: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工厂</a:t>
            </a:r>
            <a:r>
              <a:rPr lang="en-US" sz="1100" b="0" i="0" u="none" strike="noStrike">
                <a:solidFill>
                  <a:srgbClr val="4B5563"/>
                </a:solidFill>
                <a:latin typeface="Biennale"/>
                <a:ea typeface="Biennale"/>
                <a:cs typeface="Biennale"/>
                <a:sym typeface="Biennale"/>
              </a:rPr>
              <a:t>”</a:t>
            </a: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维度维护供应商配额比例，支持固定比例分配与基于历史消耗的动态比例分配模式。</a:t>
            </a:r>
            <a:endParaRPr lang="en-US" sz="1100"/>
          </a:p>
        </p:txBody>
      </p:sp>
      <p:sp>
        <p:nvSpPr>
          <p:cNvPr id="13" name="AutoShape 13"/>
          <p:cNvSpPr/>
          <p:nvPr/>
        </p:nvSpPr>
        <p:spPr>
          <a:xfrm>
            <a:off x="508000" y="3649683"/>
            <a:ext cx="5842000" cy="762000"/>
          </a:xfrm>
          <a:prstGeom prst="roundRect">
            <a:avLst>
              <a:gd name="adj" fmla="val 0"/>
            </a:avLst>
          </a:prstGeom>
          <a:solidFill>
            <a:srgbClr val="EFF6FF">
              <a:alpha val="60000"/>
            </a:srgbClr>
          </a:solidFill>
          <a:ln w="12700" cap="flat" cmpd="sng">
            <a:solidFill>
              <a:srgbClr val="C0D0E6">
                <a:alpha val="60000"/>
              </a:srgbClr>
            </a:solidFill>
            <a:prstDash val="solid"/>
            <a:round/>
          </a:ln>
        </p:spPr>
        <p:txBody>
          <a:bodyPr vert="horz" wrap="square" lIns="0" tIns="0" rIns="0" bIns="0" rtlCol="0" anchor="ctr" anchorCtr="0"/>
          <a:lstStyle/>
          <a:p>
            <a:pPr algn="ctr">
              <a:defRPr/>
            </a:pPr>
            <a:endParaRPr/>
          </a:p>
        </p:txBody>
      </p:sp>
      <p:sp>
        <p:nvSpPr>
          <p:cNvPr id="14" name="AutoShape 14"/>
          <p:cNvSpPr/>
          <p:nvPr/>
        </p:nvSpPr>
        <p:spPr>
          <a:xfrm>
            <a:off x="635000" y="3776683"/>
            <a:ext cx="508000" cy="508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800" b="1" i="0" u="none" strike="noStrike">
                <a:solidFill>
                  <a:srgbClr val="2563EB"/>
                </a:solidFill>
                <a:latin typeface="Biennale"/>
                <a:ea typeface="Biennale"/>
                <a:cs typeface="Biennale"/>
                <a:sym typeface="Biennale"/>
              </a:rPr>
              <a:t>03</a:t>
            </a:r>
            <a:endParaRPr lang="en-US" sz="1100"/>
          </a:p>
        </p:txBody>
      </p:sp>
      <p:sp>
        <p:nvSpPr>
          <p:cNvPr id="15" name="AutoShape 15"/>
          <p:cNvSpPr/>
          <p:nvPr/>
        </p:nvSpPr>
        <p:spPr>
          <a:xfrm>
            <a:off x="1206500" y="3713183"/>
            <a:ext cx="5080000" cy="698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自动货源确定机制激活</a:t>
            </a:r>
            <a:b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4B5563"/>
                </a:solidFill>
                <a:latin typeface="Biennale"/>
                <a:ea typeface="Biennale"/>
                <a:cs typeface="Biennale"/>
                <a:sym typeface="Biennale"/>
              </a:rPr>
              <a:t>MRP</a:t>
            </a: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运行生成需求或手工创建采购申请时，系统自动触发货源确定逻辑，无需人工干预即可匹配到对应供应商。</a:t>
            </a:r>
            <a:endParaRPr lang="en-US" sz="1100"/>
          </a:p>
        </p:txBody>
      </p:sp>
      <p:sp>
        <p:nvSpPr>
          <p:cNvPr id="16" name="AutoShape 16"/>
          <p:cNvSpPr/>
          <p:nvPr/>
        </p:nvSpPr>
        <p:spPr>
          <a:xfrm>
            <a:off x="508000" y="4475183"/>
            <a:ext cx="5842000" cy="762000"/>
          </a:xfrm>
          <a:prstGeom prst="roundRect">
            <a:avLst>
              <a:gd name="adj" fmla="val 0"/>
            </a:avLst>
          </a:prstGeom>
          <a:solidFill>
            <a:srgbClr val="EFF6FF">
              <a:alpha val="60000"/>
            </a:srgbClr>
          </a:solidFill>
          <a:ln w="12700" cap="flat" cmpd="sng">
            <a:solidFill>
              <a:srgbClr val="C0D0E6">
                <a:alpha val="60000"/>
              </a:srgbClr>
            </a:solidFill>
            <a:prstDash val="solid"/>
            <a:round/>
          </a:ln>
        </p:spPr>
        <p:txBody>
          <a:bodyPr vert="horz" wrap="square" lIns="0" tIns="0" rIns="0" bIns="0" rtlCol="0" anchor="ctr" anchorCtr="0"/>
          <a:lstStyle/>
          <a:p>
            <a:pPr algn="ctr">
              <a:defRPr/>
            </a:pPr>
            <a:endParaRPr/>
          </a:p>
        </p:txBody>
      </p:sp>
      <p:sp>
        <p:nvSpPr>
          <p:cNvPr id="17" name="AutoShape 17"/>
          <p:cNvSpPr/>
          <p:nvPr/>
        </p:nvSpPr>
        <p:spPr>
          <a:xfrm>
            <a:off x="635000" y="4602183"/>
            <a:ext cx="508000" cy="508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800" b="1" i="0" u="none" strike="noStrike">
                <a:solidFill>
                  <a:srgbClr val="2563EB"/>
                </a:solidFill>
                <a:latin typeface="Biennale"/>
                <a:ea typeface="Biennale"/>
                <a:cs typeface="Biennale"/>
                <a:sym typeface="Biennale"/>
              </a:rPr>
              <a:t>04</a:t>
            </a:r>
            <a:endParaRPr lang="en-US" sz="1100"/>
          </a:p>
        </p:txBody>
      </p:sp>
      <p:sp>
        <p:nvSpPr>
          <p:cNvPr id="18" name="AutoShape 18"/>
          <p:cNvSpPr/>
          <p:nvPr/>
        </p:nvSpPr>
        <p:spPr>
          <a:xfrm>
            <a:off x="1206500" y="4538683"/>
            <a:ext cx="5080000" cy="698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0000"/>
              </a:lnSpc>
              <a:defRPr/>
            </a:pP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配额动态调整与监控</a:t>
            </a:r>
            <a:b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建立配额调整规则，基于供应商准时交付率、质量合格率等绩效指标，定期自动或手工调整配额，实现优胜劣汰。</a:t>
            </a:r>
            <a:endParaRPr lang="en-US" sz="1100"/>
          </a:p>
        </p:txBody>
      </p:sp>
      <p:sp>
        <p:nvSpPr>
          <p:cNvPr id="19" name="AutoShape 19"/>
          <p:cNvSpPr/>
          <p:nvPr/>
        </p:nvSpPr>
        <p:spPr>
          <a:xfrm>
            <a:off x="6731000" y="1363683"/>
            <a:ext cx="4826000" cy="508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600" b="1" i="0" u="none" strike="noStrike">
                <a:solidFill>
                  <a:schemeClr val="accent5">
                    <a:lumMod val="5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配额分配逻辑示意</a:t>
            </a:r>
          </a:p>
        </p:txBody>
      </p:sp>
      <p:sp>
        <p:nvSpPr>
          <p:cNvPr id="20" name="AutoShape 20"/>
          <p:cNvSpPr/>
          <p:nvPr/>
        </p:nvSpPr>
        <p:spPr>
          <a:xfrm>
            <a:off x="6731000" y="1998683"/>
            <a:ext cx="4826000" cy="635000"/>
          </a:xfrm>
          <a:prstGeom prst="roundRect">
            <a:avLst>
              <a:gd name="adj" fmla="val 0"/>
            </a:avLst>
          </a:prstGeom>
          <a:solidFill>
            <a:schemeClr val="accent5">
              <a:lumMod val="20000"/>
              <a:lumOff val="80000"/>
            </a:schemeClr>
          </a:solidFill>
          <a:ln w="12700" cap="flat" cmpd="sng">
            <a:solidFill>
              <a:srgbClr val="059669">
                <a:alpha val="100000"/>
              </a:srgbClr>
            </a:solidFill>
            <a:prstDash val="solid"/>
            <a:round/>
          </a:ln>
        </p:spPr>
        <p:txBody>
          <a:bodyPr vert="horz" wrap="square" lIns="0" tIns="0" rIns="0" bIns="0" rtlCol="0" anchor="ctr" anchorCtr="0"/>
          <a:lstStyle/>
          <a:p>
            <a:pPr marL="0" indent="0" algn="ctr">
              <a:lnSpc>
                <a:spcPct val="125000"/>
              </a:lnSpc>
              <a:defRPr/>
            </a:pPr>
            <a:r>
              <a:rPr lang="en-US" sz="1300" b="1" i="0" u="none" strike="noStrike">
                <a:solidFill>
                  <a:schemeClr val="accent5">
                    <a:lumMod val="5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触发源：物料需求计划</a:t>
            </a:r>
            <a:r>
              <a:rPr lang="en-US" sz="1300" b="1" i="0" u="none" strike="noStrike">
                <a:solidFill>
                  <a:schemeClr val="accent5">
                    <a:lumMod val="50000"/>
                  </a:schemeClr>
                </a:solidFill>
                <a:latin typeface="Biennale"/>
                <a:ea typeface="Biennale"/>
                <a:cs typeface="Biennale"/>
                <a:sym typeface="Biennale"/>
              </a:rPr>
              <a:t>(MRP) /</a:t>
            </a:r>
            <a:r>
              <a:rPr lang="en-US" sz="1300" b="1" i="0" u="none" strike="noStrike">
                <a:solidFill>
                  <a:schemeClr val="accent5">
                    <a:lumMod val="5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手工采购申请</a:t>
            </a:r>
          </a:p>
        </p:txBody>
      </p:sp>
      <p:cxnSp>
        <p:nvCxnSpPr>
          <p:cNvPr id="21" name="Connector 21"/>
          <p:cNvCxnSpPr/>
          <p:nvPr/>
        </p:nvCxnSpPr>
        <p:spPr>
          <a:xfrm rot="5228255">
            <a:off x="9017000" y="2754492"/>
            <a:ext cx="254000" cy="12700"/>
          </a:xfrm>
          <a:prstGeom prst="line">
            <a:avLst/>
          </a:prstGeom>
          <a:solidFill>
            <a:srgbClr val="DEE0E3">
              <a:alpha val="100000"/>
            </a:srgbClr>
          </a:solidFill>
          <a:ln w="25400" cap="flat" cmpd="sng">
            <a:solidFill>
              <a:srgbClr val="9CA3AF">
                <a:alpha val="100000"/>
              </a:srgbClr>
            </a:solidFill>
            <a:prstDash val="solid"/>
            <a:round/>
            <a:headEnd type="none" w="lg" len="lg"/>
            <a:tailEnd type="arrow" w="sm" len="sm"/>
          </a:ln>
        </p:spPr>
      </p:cxnSp>
      <p:sp>
        <p:nvSpPr>
          <p:cNvPr id="22" name="AutoShape 22"/>
          <p:cNvSpPr/>
          <p:nvPr/>
        </p:nvSpPr>
        <p:spPr>
          <a:xfrm>
            <a:off x="6731000" y="2887683"/>
            <a:ext cx="1524000" cy="1143000"/>
          </a:xfrm>
          <a:prstGeom prst="roundRect">
            <a:avLst>
              <a:gd name="adj" fmla="val 0"/>
            </a:avLst>
          </a:prstGeom>
          <a:solidFill>
            <a:srgbClr val="2563EB">
              <a:alpha val="100000"/>
            </a:srgbClr>
          </a:solidFill>
          <a:ln w="25400" cap="flat" cmpd="sng">
            <a:noFill/>
            <a:prstDash val="solid"/>
            <a:round/>
          </a:ln>
        </p:spPr>
        <p:txBody>
          <a:bodyPr vert="horz" wrap="square" lIns="0" tIns="0" rIns="0" bIns="0" rtlCol="0" anchor="ctr" anchorCtr="0"/>
          <a:lstStyle/>
          <a:p>
            <a:pPr marL="0" indent="0" algn="ctr">
              <a:lnSpc>
                <a:spcPct val="108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供应商</a:t>
            </a:r>
            <a:r>
              <a:rPr lang="en-US" sz="1300" b="1" i="0" u="none" strike="noStrike">
                <a:solidFill>
                  <a:srgbClr val="FFFFFF"/>
                </a:solidFill>
                <a:latin typeface="Biennale"/>
                <a:ea typeface="Biennale"/>
                <a:cs typeface="Biennale"/>
                <a:sym typeface="Biennale"/>
              </a:rPr>
              <a:t>A</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600" b="1" i="0" u="none" strike="noStrike">
                <a:solidFill>
                  <a:srgbClr val="FFFFFF"/>
                </a:solidFill>
                <a:latin typeface="Biennale"/>
                <a:ea typeface="Biennale"/>
                <a:cs typeface="Biennale"/>
                <a:sym typeface="Biennale"/>
              </a:rPr>
              <a:t>60%</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主供应商</a:t>
            </a:r>
            <a:endParaRPr lang="en-US" sz="1100"/>
          </a:p>
        </p:txBody>
      </p:sp>
      <p:sp>
        <p:nvSpPr>
          <p:cNvPr id="23" name="AutoShape 23"/>
          <p:cNvSpPr/>
          <p:nvPr/>
        </p:nvSpPr>
        <p:spPr>
          <a:xfrm>
            <a:off x="8382000" y="2887683"/>
            <a:ext cx="1524000" cy="1143000"/>
          </a:xfrm>
          <a:prstGeom prst="roundRect">
            <a:avLst>
              <a:gd name="adj" fmla="val 0"/>
            </a:avLst>
          </a:prstGeom>
          <a:solidFill>
            <a:srgbClr val="60A5FA">
              <a:alpha val="100000"/>
            </a:srgbClr>
          </a:solidFill>
          <a:ln w="25400" cap="flat" cmpd="sng">
            <a:noFill/>
            <a:prstDash val="solid"/>
            <a:round/>
          </a:ln>
        </p:spPr>
        <p:txBody>
          <a:bodyPr vert="horz" wrap="square" lIns="0" tIns="0" rIns="0" bIns="0" rtlCol="0" anchor="ctr" anchorCtr="0"/>
          <a:lstStyle/>
          <a:p>
            <a:pPr marL="0" indent="0" algn="ctr">
              <a:lnSpc>
                <a:spcPct val="108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供应商</a:t>
            </a:r>
            <a:r>
              <a:rPr lang="en-US" sz="1300" b="1" i="0" u="none" strike="noStrike">
                <a:solidFill>
                  <a:srgbClr val="FFFFFF"/>
                </a:solidFill>
                <a:latin typeface="Biennale"/>
                <a:ea typeface="Biennale"/>
                <a:cs typeface="Biennale"/>
                <a:sym typeface="Biennale"/>
              </a:rPr>
              <a:t>B</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600" b="1" i="0" u="none" strike="noStrike">
                <a:solidFill>
                  <a:srgbClr val="FFFFFF"/>
                </a:solidFill>
                <a:latin typeface="Biennale"/>
                <a:ea typeface="Biennale"/>
                <a:cs typeface="Biennale"/>
                <a:sym typeface="Biennale"/>
              </a:rPr>
              <a:t>30%</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备选供应商</a:t>
            </a:r>
            <a:endParaRPr lang="en-US" sz="1100"/>
          </a:p>
        </p:txBody>
      </p:sp>
      <p:sp>
        <p:nvSpPr>
          <p:cNvPr id="24" name="AutoShape 24"/>
          <p:cNvSpPr/>
          <p:nvPr/>
        </p:nvSpPr>
        <p:spPr>
          <a:xfrm>
            <a:off x="10033000" y="2887683"/>
            <a:ext cx="1524000" cy="1143000"/>
          </a:xfrm>
          <a:prstGeom prst="roundRect">
            <a:avLst>
              <a:gd name="adj" fmla="val 0"/>
            </a:avLst>
          </a:prstGeom>
          <a:solidFill>
            <a:srgbClr val="93C5FD">
              <a:alpha val="100000"/>
            </a:srgbClr>
          </a:solidFill>
          <a:ln w="25400" cap="flat" cmpd="sng">
            <a:noFill/>
            <a:prstDash val="solid"/>
            <a:round/>
          </a:ln>
        </p:spPr>
        <p:txBody>
          <a:bodyPr vert="horz" wrap="square" lIns="0" tIns="0" rIns="0" bIns="0" rtlCol="0" anchor="ctr" anchorCtr="0"/>
          <a:lstStyle/>
          <a:p>
            <a:pPr marL="0" indent="0" algn="ctr">
              <a:lnSpc>
                <a:spcPct val="108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供应商</a:t>
            </a:r>
            <a:r>
              <a:rPr lang="en-US" sz="1300" b="1" i="0" u="none" strike="noStrike">
                <a:solidFill>
                  <a:srgbClr val="FFFFFF"/>
                </a:solidFill>
                <a:latin typeface="Biennale"/>
                <a:ea typeface="Biennale"/>
                <a:cs typeface="Biennale"/>
                <a:sym typeface="Biennale"/>
              </a:rPr>
              <a:t>C</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600" b="1" i="0" u="none" strike="noStrike">
                <a:solidFill>
                  <a:srgbClr val="FFFFFF"/>
                </a:solidFill>
                <a:latin typeface="Biennale"/>
                <a:ea typeface="Biennale"/>
                <a:cs typeface="Biennale"/>
                <a:sym typeface="Biennale"/>
              </a:rPr>
              <a:t>10%</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补充供应商</a:t>
            </a:r>
            <a:endParaRPr lang="en-US" sz="1100"/>
          </a:p>
        </p:txBody>
      </p:sp>
      <p:sp>
        <p:nvSpPr>
          <p:cNvPr id="25" name="AutoShape 25"/>
          <p:cNvSpPr/>
          <p:nvPr/>
        </p:nvSpPr>
        <p:spPr>
          <a:xfrm>
            <a:off x="6731000" y="4284683"/>
            <a:ext cx="4826000" cy="889000"/>
          </a:xfrm>
          <a:prstGeom prst="roundRect">
            <a:avLst>
              <a:gd name="adj" fmla="val 0"/>
            </a:avLst>
          </a:prstGeom>
          <a:solidFill>
            <a:srgbClr val="F3F4F6">
              <a:alpha val="100000"/>
            </a:srgbClr>
          </a:solidFill>
          <a:ln w="12700" cap="flat" cmpd="sng">
            <a:noFill/>
            <a:prstDash val="solid"/>
            <a:round/>
          </a:ln>
        </p:spPr>
        <p:txBody>
          <a:bodyPr vert="horz" wrap="square" lIns="0" tIns="0" rIns="0" bIns="0" rtlCol="0" anchor="ctr">
            <a:noAutofit/>
          </a:bodyPr>
          <a:lstStyle/>
          <a:p>
            <a:pPr marL="0" indent="0" algn="ctr">
              <a:lnSpc>
                <a:spcPct val="108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系统依据配额协议自动计算各供应商应分配的采购数量，实现采购订单的自动切分与分配，确保执行层面严格匹配采购策略，杜绝人为操作偏差。</a:t>
            </a:r>
            <a:endParaRPr lang="en-US" sz="1100"/>
          </a:p>
        </p:txBody>
      </p:sp>
      <p:sp>
        <p:nvSpPr>
          <p:cNvPr id="26" name="AutoShape 26"/>
          <p:cNvSpPr/>
          <p:nvPr/>
        </p:nvSpPr>
        <p:spPr>
          <a:xfrm>
            <a:off x="0" y="5491183"/>
            <a:ext cx="12192000" cy="508000"/>
          </a:xfrm>
          <a:prstGeom prst="roundRect">
            <a:avLst>
              <a:gd name="adj" fmla="val 0"/>
            </a:avLst>
          </a:prstGeom>
          <a:solidFill>
            <a:srgbClr val="1E3A8A">
              <a:alpha val="5000"/>
            </a:srgbClr>
          </a:solidFill>
          <a:ln w="25400" cap="flat" cmpd="sng">
            <a:noFill/>
            <a:prstDash val="solid"/>
            <a:round/>
          </a:ln>
        </p:spPr>
        <p:txBody>
          <a:bodyPr vert="horz" wrap="square" lIns="0" tIns="0" rIns="0" bIns="0" rtlCol="0" anchor="ctr" anchorCtr="0"/>
          <a:lstStyle/>
          <a:p>
            <a:pPr algn="ctr">
              <a:defRPr/>
            </a:pPr>
            <a:endParaRPr/>
          </a:p>
        </p:txBody>
      </p:sp>
      <p:sp>
        <p:nvSpPr>
          <p:cNvPr id="27" name="AutoShape 27"/>
          <p:cNvSpPr/>
          <p:nvPr/>
        </p:nvSpPr>
        <p:spPr>
          <a:xfrm>
            <a:off x="381000" y="5580083"/>
            <a:ext cx="11430000" cy="381000"/>
          </a:xfrm>
          <a:prstGeom prst="rect">
            <a:avLst/>
          </a:prstGeom>
          <a:noFill/>
          <a:ln w="12700" cap="flat" cmpd="sng">
            <a:noFill/>
            <a:prstDash val="solid"/>
            <a:round/>
          </a:ln>
        </p:spPr>
        <p:txBody>
          <a:bodyPr vert="horz" wrap="square" lIns="0" tIns="0" rIns="0" bIns="0" rtlCol="0" anchor="ctr">
            <a:noAutofit/>
          </a:bodyPr>
          <a:lstStyle/>
          <a:p>
            <a:pPr marL="0" indent="0" algn="ctr">
              <a:lnSpc>
                <a:spcPct val="125000"/>
              </a:lnSpc>
              <a:defRPr/>
            </a:pPr>
            <a:r>
              <a:rPr lang="en-US" sz="13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业务价值：将供应商策略从管理制度转化为系统强制执行的规则，实现采购份额的自动、公正分配，保障供应链安全与合规。</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28625" y="6517632"/>
            <a:ext cx="1354217" cy="153888"/>
          </a:xfrm>
          <a:prstGeom prst="rect">
            <a:avLst/>
          </a:prstGeom>
          <a:noFill/>
          <a:ln w="12700" cap="flat" cmpd="sng">
            <a:noFill/>
            <a:prstDash val="solid"/>
            <a:round/>
          </a:ln>
        </p:spPr>
        <p:txBody>
          <a:bodyPr vert="horz" wrap="none" lIns="0" tIns="0" rIns="0" bIns="0" rtlCol="0" anchor="ctr" anchorCtr="0"/>
          <a:lstStyle/>
          <a:p>
            <a:pPr marL="0" indent="0" algn="l">
              <a:lnSpc>
                <a:spcPct val="100000"/>
              </a:lnSpc>
              <a:defRPr/>
            </a:pPr>
            <a:r>
              <a:rPr lang="en-US" sz="1000" b="0" i="0" u="none" strike="noStrike">
                <a:solidFill>
                  <a:srgbClr val="00005C"/>
                </a:solidFill>
                <a:latin typeface="Biennale"/>
                <a:ea typeface="Biennale"/>
                <a:cs typeface="Biennale"/>
                <a:sym typeface="Biennale"/>
              </a:rPr>
              <a:t>Atos Confidential</a:t>
            </a:r>
            <a:endParaRPr lang="en-US" sz="1100"/>
          </a:p>
        </p:txBody>
      </p:sp>
      <p:sp>
        <p:nvSpPr>
          <p:cNvPr id="3" name="Freeform 3"/>
          <p:cNvSpPr/>
          <p:nvPr/>
        </p:nvSpPr>
        <p:spPr>
          <a:xfrm>
            <a:off x="10944224" y="6446085"/>
            <a:ext cx="819151" cy="250488"/>
          </a:xfrm>
          <a:custGeom>
            <a:avLst/>
            <a:gdLst/>
            <a:ahLst/>
            <a:cxnLst/>
            <a:rect l="l" t="t" r="r" b="b"/>
            <a:pathLst>
              <a:path w="819151" h="250488">
                <a:moveTo>
                  <a:pt x="575067" y="142787"/>
                </a:moveTo>
                <a:cubicBezTo>
                  <a:pt x="575067" y="112258"/>
                  <a:pt x="554415" y="86623"/>
                  <a:pt x="526324" y="78891"/>
                </a:cubicBezTo>
                <a:cubicBezTo>
                  <a:pt x="524260" y="85270"/>
                  <a:pt x="523135" y="92080"/>
                  <a:pt x="523135" y="99148"/>
                </a:cubicBezTo>
                <a:cubicBezTo>
                  <a:pt x="523135" y="129677"/>
                  <a:pt x="543804" y="155312"/>
                  <a:pt x="571880" y="163029"/>
                </a:cubicBezTo>
                <a:cubicBezTo>
                  <a:pt x="573959" y="156649"/>
                  <a:pt x="575067" y="149840"/>
                  <a:pt x="575067" y="142787"/>
                </a:cubicBezTo>
                <a:moveTo>
                  <a:pt x="623703" y="142787"/>
                </a:moveTo>
                <a:cubicBezTo>
                  <a:pt x="623703" y="202571"/>
                  <a:pt x="571325" y="250488"/>
                  <a:pt x="508663" y="250488"/>
                </a:cubicBezTo>
                <a:cubicBezTo>
                  <a:pt x="477750" y="250488"/>
                  <a:pt x="449682" y="239034"/>
                  <a:pt x="429014" y="220444"/>
                </a:cubicBezTo>
                <a:cubicBezTo>
                  <a:pt x="414877" y="236431"/>
                  <a:pt x="389379" y="250238"/>
                  <a:pt x="358076" y="250238"/>
                </a:cubicBezTo>
                <a:cubicBezTo>
                  <a:pt x="320717" y="250238"/>
                  <a:pt x="282224" y="233249"/>
                  <a:pt x="282224" y="181510"/>
                </a:cubicBezTo>
                <a:lnTo>
                  <a:pt x="282224" y="80830"/>
                </a:lnTo>
                <a:lnTo>
                  <a:pt x="243145" y="80830"/>
                </a:lnTo>
                <a:lnTo>
                  <a:pt x="243145" y="42686"/>
                </a:lnTo>
                <a:lnTo>
                  <a:pt x="282224" y="42686"/>
                </a:lnTo>
                <a:lnTo>
                  <a:pt x="282224" y="1494"/>
                </a:lnTo>
                <a:lnTo>
                  <a:pt x="335454" y="1494"/>
                </a:lnTo>
                <a:lnTo>
                  <a:pt x="335454" y="42686"/>
                </a:lnTo>
                <a:lnTo>
                  <a:pt x="394740" y="42686"/>
                </a:lnTo>
                <a:lnTo>
                  <a:pt x="394740" y="80830"/>
                </a:lnTo>
                <a:lnTo>
                  <a:pt x="335454" y="80830"/>
                </a:lnTo>
                <a:lnTo>
                  <a:pt x="335454" y="176609"/>
                </a:lnTo>
                <a:cubicBezTo>
                  <a:pt x="335454" y="197482"/>
                  <a:pt x="349137" y="211437"/>
                  <a:pt x="368125" y="211437"/>
                </a:cubicBezTo>
                <a:cubicBezTo>
                  <a:pt x="382144" y="211437"/>
                  <a:pt x="396866" y="205323"/>
                  <a:pt x="407767" y="194567"/>
                </a:cubicBezTo>
                <a:cubicBezTo>
                  <a:pt x="398772" y="179173"/>
                  <a:pt x="393623" y="161559"/>
                  <a:pt x="393623" y="142787"/>
                </a:cubicBezTo>
                <a:cubicBezTo>
                  <a:pt x="393623" y="95575"/>
                  <a:pt x="426669" y="54381"/>
                  <a:pt x="473046" y="40380"/>
                </a:cubicBezTo>
                <a:cubicBezTo>
                  <a:pt x="463450" y="53772"/>
                  <a:pt x="457074" y="84301"/>
                  <a:pt x="457043" y="101125"/>
                </a:cubicBezTo>
                <a:cubicBezTo>
                  <a:pt x="447830" y="112500"/>
                  <a:pt x="442266" y="127011"/>
                  <a:pt x="442266" y="142787"/>
                </a:cubicBezTo>
                <a:cubicBezTo>
                  <a:pt x="442266" y="179414"/>
                  <a:pt x="472015" y="209116"/>
                  <a:pt x="508655" y="209116"/>
                </a:cubicBezTo>
                <a:cubicBezTo>
                  <a:pt x="521979" y="209116"/>
                  <a:pt x="534349" y="205152"/>
                  <a:pt x="544733" y="198397"/>
                </a:cubicBezTo>
                <a:cubicBezTo>
                  <a:pt x="503458" y="182057"/>
                  <a:pt x="474453" y="143781"/>
                  <a:pt x="474453" y="99155"/>
                </a:cubicBezTo>
                <a:cubicBezTo>
                  <a:pt x="474453" y="75405"/>
                  <a:pt x="482689" y="53459"/>
                  <a:pt x="496590" y="35658"/>
                </a:cubicBezTo>
                <a:cubicBezTo>
                  <a:pt x="500568" y="35283"/>
                  <a:pt x="504576" y="35063"/>
                  <a:pt x="508655" y="35063"/>
                </a:cubicBezTo>
                <a:cubicBezTo>
                  <a:pt x="524542" y="35063"/>
                  <a:pt x="539653" y="38066"/>
                  <a:pt x="553415" y="43531"/>
                </a:cubicBezTo>
                <a:cubicBezTo>
                  <a:pt x="553415" y="43531"/>
                  <a:pt x="553383" y="43546"/>
                  <a:pt x="553383" y="43562"/>
                </a:cubicBezTo>
                <a:cubicBezTo>
                  <a:pt x="594697" y="59893"/>
                  <a:pt x="623696" y="98154"/>
                  <a:pt x="623696" y="142787"/>
                </a:cubicBezTo>
                <a:moveTo>
                  <a:pt x="170334" y="144266"/>
                </a:moveTo>
                <a:lnTo>
                  <a:pt x="134177" y="48815"/>
                </a:lnTo>
                <a:lnTo>
                  <a:pt x="98099" y="144266"/>
                </a:lnTo>
                <a:lnTo>
                  <a:pt x="170341" y="144266"/>
                </a:lnTo>
                <a:close/>
                <a:moveTo>
                  <a:pt x="255624" y="215471"/>
                </a:moveTo>
                <a:lnTo>
                  <a:pt x="276371" y="215471"/>
                </a:lnTo>
                <a:lnTo>
                  <a:pt x="276371" y="245953"/>
                </a:lnTo>
                <a:lnTo>
                  <a:pt x="176842" y="245953"/>
                </a:lnTo>
                <a:lnTo>
                  <a:pt x="176842" y="215471"/>
                </a:lnTo>
                <a:lnTo>
                  <a:pt x="197307" y="215471"/>
                </a:lnTo>
                <a:lnTo>
                  <a:pt x="184641" y="182018"/>
                </a:lnTo>
                <a:lnTo>
                  <a:pt x="83815" y="182018"/>
                </a:lnTo>
                <a:lnTo>
                  <a:pt x="71180" y="215471"/>
                </a:lnTo>
                <a:lnTo>
                  <a:pt x="93020" y="215471"/>
                </a:lnTo>
                <a:lnTo>
                  <a:pt x="93020" y="245953"/>
                </a:lnTo>
                <a:lnTo>
                  <a:pt x="0" y="245953"/>
                </a:lnTo>
                <a:lnTo>
                  <a:pt x="0" y="215471"/>
                </a:lnTo>
                <a:lnTo>
                  <a:pt x="22162" y="215471"/>
                </a:lnTo>
                <a:lnTo>
                  <a:pt x="91511" y="32038"/>
                </a:lnTo>
                <a:lnTo>
                  <a:pt x="63685" y="32038"/>
                </a:lnTo>
                <a:lnTo>
                  <a:pt x="63685" y="1579"/>
                </a:lnTo>
                <a:lnTo>
                  <a:pt x="174568" y="1579"/>
                </a:lnTo>
                <a:lnTo>
                  <a:pt x="255617" y="215471"/>
                </a:lnTo>
                <a:close/>
                <a:moveTo>
                  <a:pt x="819151" y="174896"/>
                </a:moveTo>
                <a:cubicBezTo>
                  <a:pt x="819151" y="225048"/>
                  <a:pt x="770735" y="250363"/>
                  <a:pt x="713660" y="250363"/>
                </a:cubicBezTo>
                <a:cubicBezTo>
                  <a:pt x="676300" y="250363"/>
                  <a:pt x="642996" y="242537"/>
                  <a:pt x="615100" y="228176"/>
                </a:cubicBezTo>
                <a:cubicBezTo>
                  <a:pt x="622351" y="218302"/>
                  <a:pt x="633315" y="201040"/>
                  <a:pt x="638418" y="190782"/>
                </a:cubicBezTo>
                <a:cubicBezTo>
                  <a:pt x="657257" y="198107"/>
                  <a:pt x="687920" y="206887"/>
                  <a:pt x="715590" y="206887"/>
                </a:cubicBezTo>
                <a:cubicBezTo>
                  <a:pt x="743260" y="206887"/>
                  <a:pt x="763717" y="196333"/>
                  <a:pt x="763717" y="182166"/>
                </a:cubicBezTo>
                <a:cubicBezTo>
                  <a:pt x="763717" y="169846"/>
                  <a:pt x="759201" y="160205"/>
                  <a:pt x="716223" y="147665"/>
                </a:cubicBezTo>
                <a:cubicBezTo>
                  <a:pt x="660570" y="131467"/>
                  <a:pt x="629134" y="115268"/>
                  <a:pt x="629134" y="71504"/>
                </a:cubicBezTo>
                <a:cubicBezTo>
                  <a:pt x="629134" y="25464"/>
                  <a:pt x="674385" y="0"/>
                  <a:pt x="731710" y="0"/>
                </a:cubicBezTo>
                <a:cubicBezTo>
                  <a:pt x="756458" y="0"/>
                  <a:pt x="786089" y="5160"/>
                  <a:pt x="805383" y="9498"/>
                </a:cubicBezTo>
                <a:lnTo>
                  <a:pt x="802499" y="76538"/>
                </a:lnTo>
                <a:lnTo>
                  <a:pt x="761709" y="75842"/>
                </a:lnTo>
                <a:lnTo>
                  <a:pt x="761905" y="42507"/>
                </a:lnTo>
                <a:cubicBezTo>
                  <a:pt x="755880" y="41264"/>
                  <a:pt x="747213" y="40223"/>
                  <a:pt x="735220" y="40223"/>
                </a:cubicBezTo>
                <a:cubicBezTo>
                  <a:pt x="704205" y="40223"/>
                  <a:pt x="682873" y="50222"/>
                  <a:pt x="682873" y="67102"/>
                </a:cubicBezTo>
                <a:cubicBezTo>
                  <a:pt x="682873" y="79055"/>
                  <a:pt x="695117" y="90321"/>
                  <a:pt x="738392" y="103361"/>
                </a:cubicBezTo>
                <a:cubicBezTo>
                  <a:pt x="794130" y="120131"/>
                  <a:pt x="819127" y="135908"/>
                  <a:pt x="819127" y="174880"/>
                </a:cubicBezTo>
              </a:path>
            </a:pathLst>
          </a:custGeom>
          <a:solidFill>
            <a:srgbClr val="0073E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pic>
        <p:nvPicPr>
          <p:cNvPr id="4" name="Picture 4"/>
          <p:cNvPicPr>
            <a:picLocks noChangeAspect="1"/>
          </p:cNvPicPr>
          <p:nvPr/>
        </p:nvPicPr>
        <p:blipFill>
          <a:blip r:embed="rId3"/>
          <a:srcRect/>
          <a:stretch>
            <a:fillRect/>
          </a:stretch>
        </p:blipFill>
        <p:spPr>
          <a:xfrm>
            <a:off x="287947" y="6412870"/>
            <a:ext cx="1742736" cy="343961"/>
          </a:xfrm>
          <a:prstGeom prst="rect">
            <a:avLst/>
          </a:prstGeom>
          <a:noFill/>
          <a:ln w="25400" cap="flat" cmpd="sng">
            <a:noFill/>
            <a:prstDash val="solid"/>
            <a:round/>
          </a:ln>
        </p:spPr>
      </p:pic>
      <p:sp>
        <p:nvSpPr>
          <p:cNvPr id="5" name="AutoShape 5"/>
          <p:cNvSpPr/>
          <p:nvPr/>
        </p:nvSpPr>
        <p:spPr>
          <a:xfrm>
            <a:off x="428625" y="291465"/>
            <a:ext cx="11337925" cy="746125"/>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a:solidFill>
                  <a:srgbClr val="0073E6"/>
                </a:solidFill>
                <a:latin typeface="Biennale Bold"/>
                <a:ea typeface="Biennale Bold"/>
                <a:cs typeface="Biennale Bold"/>
                <a:sym typeface="Biennale Bold"/>
              </a:rPr>
              <a:t>任务四：建立采购执行全环节校验机制，实现异常前置控制</a:t>
            </a:r>
            <a:br>
              <a:rPr lang="en-US" sz="2800" b="1" i="0" u="none" strike="noStrike">
                <a:solidFill>
                  <a:srgbClr val="0073E6"/>
                </a:solidFill>
                <a:latin typeface="Biennale Bold"/>
                <a:ea typeface="Biennale Bold"/>
                <a:cs typeface="Biennale Bold"/>
                <a:sym typeface="Biennale Bold"/>
              </a:rPr>
            </a:br>
            <a:br>
              <a:rPr lang="en-US" sz="2800" b="1" i="0" u="none" strike="noStrike">
                <a:solidFill>
                  <a:srgbClr val="0073E6"/>
                </a:solidFill>
                <a:latin typeface="Biennale Bold"/>
                <a:ea typeface="Biennale Bold"/>
                <a:cs typeface="Biennale Bold"/>
                <a:sym typeface="Biennale Bold"/>
              </a:rPr>
            </a:br>
            <a:br>
              <a:rPr lang="en-US" sz="2800" b="1" i="0" u="none" strike="noStrike">
                <a:solidFill>
                  <a:srgbClr val="0073E6"/>
                </a:solidFill>
                <a:latin typeface="Biennale Bold"/>
                <a:ea typeface="Biennale Bold"/>
                <a:cs typeface="Biennale Bold"/>
                <a:sym typeface="Biennale Bold"/>
              </a:rPr>
            </a:br>
            <a:br>
              <a:rPr lang="en-US" sz="2800" b="1" i="0" u="none" strike="noStrike">
                <a:solidFill>
                  <a:srgbClr val="0073E6"/>
                </a:solidFill>
                <a:latin typeface="Biennale Bold"/>
                <a:ea typeface="Biennale Bold"/>
                <a:cs typeface="Biennale Bold"/>
                <a:sym typeface="Biennale Bold"/>
              </a:rPr>
            </a:br>
            <a:br>
              <a:rPr lang="en-US" sz="2800" b="1" i="0" u="none" strike="noStrike">
                <a:solidFill>
                  <a:srgbClr val="0073E6"/>
                </a:solidFill>
                <a:latin typeface="Biennale Bold"/>
                <a:ea typeface="Biennale Bold"/>
                <a:cs typeface="Biennale Bold"/>
                <a:sym typeface="Biennale Bold"/>
              </a:rPr>
            </a:br>
            <a:br>
              <a:rPr lang="en-US" sz="2800" b="1" i="0" u="none" strike="noStrike">
                <a:solidFill>
                  <a:srgbClr val="0073E6"/>
                </a:solidFill>
                <a:latin typeface="Biennale Bold"/>
                <a:ea typeface="Biennale Bold"/>
                <a:cs typeface="Biennale Bold"/>
                <a:sym typeface="Biennale Bold"/>
              </a:rPr>
            </a:br>
            <a:endParaRPr lang="en-US" sz="1100"/>
          </a:p>
        </p:txBody>
      </p:sp>
      <p:sp>
        <p:nvSpPr>
          <p:cNvPr id="6" name="AutoShape 6"/>
          <p:cNvSpPr/>
          <p:nvPr/>
        </p:nvSpPr>
        <p:spPr>
          <a:xfrm>
            <a:off x="508000" y="1377802"/>
            <a:ext cx="5461000" cy="1841500"/>
          </a:xfrm>
          <a:prstGeom prst="roundRect">
            <a:avLst>
              <a:gd name="adj" fmla="val 0"/>
            </a:avLst>
          </a:prstGeom>
          <a:solidFill>
            <a:srgbClr val="2563EB">
              <a:alpha val="4000"/>
            </a:srgbClr>
          </a:solidFill>
          <a:ln w="25400" cap="flat" cmpd="sng">
            <a:noFill/>
            <a:prstDash val="solid"/>
            <a:round/>
          </a:ln>
        </p:spPr>
        <p:txBody>
          <a:bodyPr vert="horz" wrap="square" lIns="0" tIns="0" rIns="0" bIns="0" rtlCol="0" anchor="ctr" anchorCtr="0"/>
          <a:lstStyle/>
          <a:p>
            <a:pPr algn="ctr">
              <a:defRPr/>
            </a:pPr>
            <a:endParaRPr sz="1600"/>
          </a:p>
        </p:txBody>
      </p:sp>
      <p:sp>
        <p:nvSpPr>
          <p:cNvPr id="7" name="AutoShape 7"/>
          <p:cNvSpPr/>
          <p:nvPr/>
        </p:nvSpPr>
        <p:spPr>
          <a:xfrm>
            <a:off x="508000" y="1377802"/>
            <a:ext cx="76200" cy="1841500"/>
          </a:xfrm>
          <a:prstGeom prst="roundRect">
            <a:avLst>
              <a:gd name="adj" fmla="val 0"/>
            </a:avLst>
          </a:prstGeom>
          <a:solidFill>
            <a:srgbClr val="2563EB">
              <a:alpha val="100000"/>
            </a:srgbClr>
          </a:solidFill>
          <a:ln w="25400" cap="flat" cmpd="sng">
            <a:noFill/>
            <a:prstDash val="solid"/>
            <a:round/>
          </a:ln>
        </p:spPr>
        <p:txBody>
          <a:bodyPr vert="horz" wrap="square" lIns="0" tIns="0" rIns="0" bIns="0" rtlCol="0" anchor="ctr" anchorCtr="0"/>
          <a:lstStyle/>
          <a:p>
            <a:pPr algn="ctr">
              <a:defRPr/>
            </a:pPr>
            <a:endParaRPr sz="1600"/>
          </a:p>
        </p:txBody>
      </p:sp>
      <p:sp>
        <p:nvSpPr>
          <p:cNvPr id="8" name="AutoShape 8"/>
          <p:cNvSpPr/>
          <p:nvPr/>
        </p:nvSpPr>
        <p:spPr>
          <a:xfrm>
            <a:off x="825500" y="1530202"/>
            <a:ext cx="4953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563EB"/>
                </a:solidFill>
                <a:latin typeface="Biennale"/>
                <a:ea typeface="Biennale"/>
                <a:cs typeface="Biennale"/>
                <a:sym typeface="Biennale"/>
              </a:rPr>
              <a:t>01</a:t>
            </a:r>
            <a:r>
              <a:rPr lang="en-US" sz="16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订单创建前校验</a:t>
            </a:r>
          </a:p>
        </p:txBody>
      </p:sp>
      <p:sp>
        <p:nvSpPr>
          <p:cNvPr id="9" name="AutoShape 9"/>
          <p:cNvSpPr/>
          <p:nvPr/>
        </p:nvSpPr>
        <p:spPr>
          <a:xfrm>
            <a:off x="825500" y="1987550"/>
            <a:ext cx="5100955"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Biennale"/>
                <a:ea typeface="Biennale"/>
                <a:cs typeface="Biennale"/>
                <a:sym typeface="Biennale"/>
              </a:rPr>
              <a:t>•</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严格校验有效采购价格，确保</a:t>
            </a:r>
            <a:r>
              <a:rPr lang="en-US" sz="1200" b="0" i="0" u="none" strike="noStrike">
                <a:solidFill>
                  <a:srgbClr val="374151"/>
                </a:solidFill>
                <a:latin typeface="Biennale"/>
                <a:ea typeface="Biennale"/>
                <a:cs typeface="Biennale"/>
                <a:sym typeface="Biennale"/>
              </a:rPr>
              <a:t>PIR</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信息存在且在有效期内，杜绝无价格下单</a:t>
            </a:r>
            <a:b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374151"/>
                </a:solidFill>
                <a:latin typeface="Biennale"/>
                <a:ea typeface="Biennale"/>
                <a:cs typeface="Biennale"/>
                <a:sym typeface="Biennale"/>
              </a:rPr>
              <a:t>•</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自动校验货源清单资格，限制非合格供应商的下单行为</a:t>
            </a:r>
            <a:b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374151"/>
                </a:solidFill>
                <a:latin typeface="Biennale"/>
                <a:ea typeface="Biennale"/>
                <a:cs typeface="Biennale"/>
                <a:sym typeface="Biennale"/>
              </a:rPr>
              <a:t>•</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强制校验采购组织、工厂及库存地点等主数据的完整性与准确性</a:t>
            </a:r>
          </a:p>
        </p:txBody>
      </p:sp>
      <p:sp>
        <p:nvSpPr>
          <p:cNvPr id="10" name="AutoShape 10"/>
          <p:cNvSpPr/>
          <p:nvPr/>
        </p:nvSpPr>
        <p:spPr>
          <a:xfrm>
            <a:off x="6223000" y="1377802"/>
            <a:ext cx="5461000" cy="1841500"/>
          </a:xfrm>
          <a:prstGeom prst="roundRect">
            <a:avLst>
              <a:gd name="adj" fmla="val 0"/>
            </a:avLst>
          </a:prstGeom>
          <a:solidFill>
            <a:srgbClr val="2563EB">
              <a:alpha val="4000"/>
            </a:srgbClr>
          </a:solidFill>
          <a:ln w="25400" cap="flat" cmpd="sng">
            <a:noFill/>
            <a:prstDash val="solid"/>
            <a:round/>
          </a:ln>
        </p:spPr>
        <p:txBody>
          <a:bodyPr vert="horz" wrap="square" lIns="0" tIns="0" rIns="0" bIns="0" rtlCol="0" anchor="ctr" anchorCtr="0"/>
          <a:lstStyle/>
          <a:p>
            <a:pPr algn="ctr">
              <a:defRPr/>
            </a:pPr>
            <a:endParaRPr sz="1600"/>
          </a:p>
        </p:txBody>
      </p:sp>
      <p:sp>
        <p:nvSpPr>
          <p:cNvPr id="11" name="AutoShape 11"/>
          <p:cNvSpPr/>
          <p:nvPr/>
        </p:nvSpPr>
        <p:spPr>
          <a:xfrm>
            <a:off x="6223000" y="1377802"/>
            <a:ext cx="76200" cy="1841500"/>
          </a:xfrm>
          <a:prstGeom prst="roundRect">
            <a:avLst>
              <a:gd name="adj" fmla="val 0"/>
            </a:avLst>
          </a:prstGeom>
          <a:solidFill>
            <a:srgbClr val="2563EB">
              <a:alpha val="100000"/>
            </a:srgbClr>
          </a:solidFill>
          <a:ln w="25400" cap="flat" cmpd="sng">
            <a:noFill/>
            <a:prstDash val="solid"/>
            <a:round/>
          </a:ln>
        </p:spPr>
        <p:txBody>
          <a:bodyPr vert="horz" wrap="square" lIns="0" tIns="0" rIns="0" bIns="0" rtlCol="0" anchor="ctr" anchorCtr="0"/>
          <a:lstStyle/>
          <a:p>
            <a:pPr algn="ctr">
              <a:defRPr/>
            </a:pPr>
            <a:endParaRPr sz="1600"/>
          </a:p>
        </p:txBody>
      </p:sp>
      <p:sp>
        <p:nvSpPr>
          <p:cNvPr id="12" name="AutoShape 12"/>
          <p:cNvSpPr/>
          <p:nvPr/>
        </p:nvSpPr>
        <p:spPr>
          <a:xfrm>
            <a:off x="6540500" y="1530202"/>
            <a:ext cx="4953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563EB"/>
                </a:solidFill>
                <a:latin typeface="Biennale"/>
                <a:ea typeface="Biennale"/>
                <a:cs typeface="Biennale"/>
                <a:sym typeface="Biennale"/>
              </a:rPr>
              <a:t>02</a:t>
            </a:r>
            <a:r>
              <a:rPr lang="en-US" sz="16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收货环节控制</a:t>
            </a:r>
          </a:p>
        </p:txBody>
      </p:sp>
      <p:sp>
        <p:nvSpPr>
          <p:cNvPr id="13" name="AutoShape 13"/>
          <p:cNvSpPr/>
          <p:nvPr/>
        </p:nvSpPr>
        <p:spPr>
          <a:xfrm>
            <a:off x="6540500" y="1987402"/>
            <a:ext cx="49530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Biennale"/>
                <a:ea typeface="Biennale"/>
                <a:cs typeface="Biennale"/>
                <a:sym typeface="Biennale"/>
              </a:rPr>
              <a:t>•</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系统阻断无订单收货操作，特殊紧急场景需触发例外审批流程</a:t>
            </a:r>
            <a:b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374151"/>
                </a:solidFill>
                <a:latin typeface="Biennale"/>
                <a:ea typeface="Biennale"/>
                <a:cs typeface="Biennale"/>
                <a:sym typeface="Biennale"/>
              </a:rPr>
              <a:t>•</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设置超量收货容差阈值，超额时自动预警或强制阻断</a:t>
            </a:r>
            <a:b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374151"/>
                </a:solidFill>
                <a:latin typeface="Biennale"/>
                <a:ea typeface="Biennale"/>
                <a:cs typeface="Biennale"/>
                <a:sym typeface="Biennale"/>
              </a:rPr>
              <a:t>•</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规范物流与仓库作业，减少线下手工收货与</a:t>
            </a:r>
            <a:r>
              <a:rPr lang="en-US" sz="1200" b="0" i="0" u="none" strike="noStrike">
                <a:solidFill>
                  <a:srgbClr val="374151"/>
                </a:solidFill>
                <a:latin typeface="Biennale"/>
                <a:ea typeface="Biennale"/>
                <a:cs typeface="Biennale"/>
                <a:sym typeface="Biennale"/>
              </a:rPr>
              <a:t>“</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先用后补</a:t>
            </a:r>
            <a:r>
              <a:rPr lang="en-US" sz="1200" b="0" i="0" u="none" strike="noStrike">
                <a:solidFill>
                  <a:srgbClr val="374151"/>
                </a:solidFill>
                <a:latin typeface="Biennale"/>
                <a:ea typeface="Biennale"/>
                <a:cs typeface="Biennale"/>
                <a:sym typeface="Biennale"/>
              </a:rPr>
              <a:t>”</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现象</a:t>
            </a:r>
          </a:p>
        </p:txBody>
      </p:sp>
      <p:sp>
        <p:nvSpPr>
          <p:cNvPr id="14" name="AutoShape 14"/>
          <p:cNvSpPr/>
          <p:nvPr/>
        </p:nvSpPr>
        <p:spPr>
          <a:xfrm>
            <a:off x="508000" y="3346302"/>
            <a:ext cx="5461000" cy="1841500"/>
          </a:xfrm>
          <a:prstGeom prst="roundRect">
            <a:avLst>
              <a:gd name="adj" fmla="val 0"/>
            </a:avLst>
          </a:prstGeom>
          <a:solidFill>
            <a:srgbClr val="2563EB">
              <a:alpha val="4000"/>
            </a:srgbClr>
          </a:solidFill>
          <a:ln w="25400" cap="flat" cmpd="sng">
            <a:noFill/>
            <a:prstDash val="solid"/>
            <a:round/>
          </a:ln>
        </p:spPr>
        <p:txBody>
          <a:bodyPr vert="horz" wrap="square" lIns="0" tIns="0" rIns="0" bIns="0" rtlCol="0" anchor="ctr" anchorCtr="0">
            <a:noAutofit/>
          </a:bodyPr>
          <a:lstStyle/>
          <a:p>
            <a:pPr lvl="0" algn="ctr">
              <a:buSzTx/>
              <a:defRPr/>
            </a:pPr>
            <a:endParaRPr sz="1600">
              <a:sym typeface="+mn-ea"/>
            </a:endParaRPr>
          </a:p>
        </p:txBody>
      </p:sp>
      <p:sp>
        <p:nvSpPr>
          <p:cNvPr id="15" name="AutoShape 15"/>
          <p:cNvSpPr/>
          <p:nvPr/>
        </p:nvSpPr>
        <p:spPr>
          <a:xfrm>
            <a:off x="508000" y="3346302"/>
            <a:ext cx="76200" cy="1841500"/>
          </a:xfrm>
          <a:prstGeom prst="roundRect">
            <a:avLst>
              <a:gd name="adj" fmla="val 0"/>
            </a:avLst>
          </a:prstGeom>
          <a:solidFill>
            <a:srgbClr val="2563EB">
              <a:alpha val="100000"/>
            </a:srgbClr>
          </a:solidFill>
          <a:ln w="25400" cap="flat" cmpd="sng">
            <a:noFill/>
            <a:prstDash val="solid"/>
            <a:round/>
          </a:ln>
        </p:spPr>
        <p:txBody>
          <a:bodyPr vert="horz" wrap="square" lIns="0" tIns="0" rIns="0" bIns="0" rtlCol="0" anchor="ctr" anchorCtr="0">
            <a:noAutofit/>
          </a:bodyPr>
          <a:lstStyle/>
          <a:p>
            <a:pPr lvl="0" algn="ctr">
              <a:buSzTx/>
              <a:defRPr/>
            </a:pPr>
            <a:endParaRPr sz="1600">
              <a:sym typeface="+mn-ea"/>
            </a:endParaRPr>
          </a:p>
        </p:txBody>
      </p:sp>
      <p:sp>
        <p:nvSpPr>
          <p:cNvPr id="16" name="AutoShape 16"/>
          <p:cNvSpPr/>
          <p:nvPr/>
        </p:nvSpPr>
        <p:spPr>
          <a:xfrm>
            <a:off x="825500" y="3498702"/>
            <a:ext cx="4953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algn="l">
              <a:lnSpc>
                <a:spcPct val="125000"/>
              </a:lnSpc>
              <a:buSzTx/>
              <a:defRPr/>
            </a:pPr>
            <a:r>
              <a:rPr lang="en-US" sz="1600" b="1" i="0" u="none" strike="noStrike">
                <a:solidFill>
                  <a:srgbClr val="2563EB"/>
                </a:solidFill>
                <a:latin typeface="Biennale"/>
                <a:ea typeface="Biennale"/>
                <a:cs typeface="Biennale"/>
                <a:sym typeface="Biennale"/>
              </a:rPr>
              <a:t>03</a:t>
            </a:r>
            <a:r>
              <a:rPr lang="en-US" sz="1600" b="1" i="0" u="none" strike="noStrike">
                <a:solidFill>
                  <a:srgbClr val="2563EB"/>
                </a:solidFill>
                <a:latin typeface="Biennale"/>
                <a:ea typeface="Biennale"/>
                <a:cs typeface="Biennale"/>
                <a:sym typeface="Noto Sans SC" panose="020B0200000000000000" charset="-122"/>
              </a:rPr>
              <a:t>例外流程管理</a:t>
            </a:r>
          </a:p>
        </p:txBody>
      </p:sp>
      <p:sp>
        <p:nvSpPr>
          <p:cNvPr id="17" name="AutoShape 17"/>
          <p:cNvSpPr/>
          <p:nvPr/>
        </p:nvSpPr>
        <p:spPr>
          <a:xfrm>
            <a:off x="825500" y="3955902"/>
            <a:ext cx="49530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Biennale"/>
                <a:ea typeface="Biennale"/>
                <a:cs typeface="Biennale"/>
                <a:sym typeface="Biennale"/>
              </a:rPr>
              <a:t>•</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针对无价格、非货源供应商下单，建立分级例外审批机制</a:t>
            </a:r>
            <a:b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374151"/>
                </a:solidFill>
                <a:latin typeface="Biennale"/>
                <a:ea typeface="Biennale"/>
                <a:cs typeface="Biennale"/>
                <a:sym typeface="Biennale"/>
              </a:rPr>
              <a:t>•</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价格超差与超量收货需经过更高层级的合规与财务审核</a:t>
            </a:r>
            <a:b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374151"/>
                </a:solidFill>
                <a:latin typeface="Biennale"/>
                <a:ea typeface="Biennale"/>
                <a:cs typeface="Biennale"/>
                <a:sym typeface="Biennale"/>
              </a:rPr>
              <a:t>•</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所有例外操作全流程系统留痕，数据可追溯，支持内部审计</a:t>
            </a:r>
          </a:p>
        </p:txBody>
      </p:sp>
      <p:sp>
        <p:nvSpPr>
          <p:cNvPr id="18" name="AutoShape 18"/>
          <p:cNvSpPr/>
          <p:nvPr/>
        </p:nvSpPr>
        <p:spPr>
          <a:xfrm>
            <a:off x="6223000" y="3346302"/>
            <a:ext cx="5461000" cy="1841500"/>
          </a:xfrm>
          <a:prstGeom prst="roundRect">
            <a:avLst>
              <a:gd name="adj" fmla="val 0"/>
            </a:avLst>
          </a:prstGeom>
          <a:solidFill>
            <a:srgbClr val="2563EB">
              <a:alpha val="4000"/>
            </a:srgbClr>
          </a:solidFill>
          <a:ln w="25400" cap="flat" cmpd="sng">
            <a:noFill/>
            <a:prstDash val="solid"/>
            <a:round/>
          </a:ln>
        </p:spPr>
        <p:txBody>
          <a:bodyPr vert="horz" wrap="square" lIns="0" tIns="0" rIns="0" bIns="0" rtlCol="0" anchor="ctr" anchorCtr="0">
            <a:noAutofit/>
          </a:bodyPr>
          <a:lstStyle/>
          <a:p>
            <a:pPr lvl="0" algn="ctr">
              <a:buSzTx/>
              <a:defRPr/>
            </a:pPr>
            <a:endParaRPr sz="1600">
              <a:sym typeface="+mn-ea"/>
            </a:endParaRPr>
          </a:p>
        </p:txBody>
      </p:sp>
      <p:sp>
        <p:nvSpPr>
          <p:cNvPr id="19" name="AutoShape 19"/>
          <p:cNvSpPr/>
          <p:nvPr/>
        </p:nvSpPr>
        <p:spPr>
          <a:xfrm>
            <a:off x="6223000" y="3346302"/>
            <a:ext cx="76200" cy="1841500"/>
          </a:xfrm>
          <a:prstGeom prst="roundRect">
            <a:avLst>
              <a:gd name="adj" fmla="val 0"/>
            </a:avLst>
          </a:prstGeom>
          <a:solidFill>
            <a:srgbClr val="2563EB">
              <a:alpha val="100000"/>
            </a:srgbClr>
          </a:solidFill>
          <a:ln w="25400" cap="flat" cmpd="sng">
            <a:noFill/>
            <a:prstDash val="solid"/>
            <a:round/>
          </a:ln>
        </p:spPr>
        <p:txBody>
          <a:bodyPr vert="horz" wrap="square" lIns="0" tIns="0" rIns="0" bIns="0" rtlCol="0" anchor="ctr" anchorCtr="0">
            <a:noAutofit/>
          </a:bodyPr>
          <a:lstStyle/>
          <a:p>
            <a:pPr lvl="0" algn="ctr">
              <a:buSzTx/>
              <a:defRPr/>
            </a:pPr>
            <a:endParaRPr sz="1600">
              <a:sym typeface="+mn-ea"/>
            </a:endParaRPr>
          </a:p>
        </p:txBody>
      </p:sp>
      <p:sp>
        <p:nvSpPr>
          <p:cNvPr id="20" name="AutoShape 20"/>
          <p:cNvSpPr/>
          <p:nvPr/>
        </p:nvSpPr>
        <p:spPr>
          <a:xfrm>
            <a:off x="6540500" y="3498702"/>
            <a:ext cx="4953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algn="l">
              <a:lnSpc>
                <a:spcPct val="125000"/>
              </a:lnSpc>
              <a:buSzTx/>
              <a:defRPr/>
            </a:pPr>
            <a:r>
              <a:rPr lang="en-US" sz="1600" b="1" i="0" u="none" strike="noStrike">
                <a:solidFill>
                  <a:srgbClr val="2563EB"/>
                </a:solidFill>
                <a:latin typeface="Biennale"/>
                <a:ea typeface="Biennale"/>
                <a:cs typeface="Biennale"/>
                <a:sym typeface="Biennale"/>
              </a:rPr>
              <a:t>04</a:t>
            </a:r>
            <a:r>
              <a:rPr lang="en-US" sz="1600" b="1" i="0" u="none" strike="noStrike">
                <a:solidFill>
                  <a:srgbClr val="2563EB"/>
                </a:solidFill>
                <a:latin typeface="Biennale"/>
                <a:ea typeface="Biennale"/>
                <a:cs typeface="Biennale"/>
                <a:sym typeface="Noto Sans SC" panose="020B0200000000000000" charset="-122"/>
              </a:rPr>
              <a:t>特殊场景标准化</a:t>
            </a:r>
          </a:p>
        </p:txBody>
      </p:sp>
      <p:sp>
        <p:nvSpPr>
          <p:cNvPr id="21" name="AutoShape 21"/>
          <p:cNvSpPr/>
          <p:nvPr/>
        </p:nvSpPr>
        <p:spPr>
          <a:xfrm>
            <a:off x="6540500" y="3955902"/>
            <a:ext cx="49530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Biennale"/>
                <a:ea typeface="Biennale"/>
                <a:cs typeface="Biennale"/>
                <a:sym typeface="Biennale"/>
              </a:rPr>
              <a:t>•</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明确寄售采购的所有权转移节点与库存管理标准</a:t>
            </a:r>
            <a:b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374151"/>
                </a:solidFill>
                <a:latin typeface="Biennale"/>
                <a:ea typeface="Biennale"/>
                <a:cs typeface="Biennale"/>
                <a:sym typeface="Biennale"/>
              </a:rPr>
              <a:t>•</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开通研发试制采购的专项管控通道，区分量产与非量产物料</a:t>
            </a:r>
            <a:b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374151"/>
                </a:solidFill>
                <a:latin typeface="Biennale"/>
                <a:ea typeface="Biennale"/>
                <a:cs typeface="Biennale"/>
                <a:sym typeface="Biennale"/>
              </a:rPr>
              <a:t>•</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设定紧急采购的快速响应流程，强调事后补审与复盘机制</a:t>
            </a:r>
          </a:p>
        </p:txBody>
      </p:sp>
      <p:sp>
        <p:nvSpPr>
          <p:cNvPr id="22" name="AutoShape 22"/>
          <p:cNvSpPr/>
          <p:nvPr/>
        </p:nvSpPr>
        <p:spPr>
          <a:xfrm>
            <a:off x="254000" y="5378302"/>
            <a:ext cx="11684000" cy="558800"/>
          </a:xfrm>
          <a:prstGeom prst="roundRect">
            <a:avLst>
              <a:gd name="adj" fmla="val 0"/>
            </a:avLst>
          </a:prstGeom>
          <a:solidFill>
            <a:srgbClr val="1E3A8A">
              <a:alpha val="6000"/>
            </a:srgbClr>
          </a:solidFill>
          <a:ln w="25400" cap="flat" cmpd="sng">
            <a:noFill/>
            <a:prstDash val="solid"/>
            <a:round/>
          </a:ln>
        </p:spPr>
        <p:txBody>
          <a:bodyPr vert="horz" wrap="square" lIns="0" tIns="0" rIns="0" bIns="0" rtlCol="0" anchor="ctr" anchorCtr="0"/>
          <a:lstStyle/>
          <a:p>
            <a:pPr algn="ctr">
              <a:defRPr/>
            </a:pPr>
            <a:endParaRPr/>
          </a:p>
        </p:txBody>
      </p:sp>
      <p:sp>
        <p:nvSpPr>
          <p:cNvPr id="23" name="AutoShape 23"/>
          <p:cNvSpPr/>
          <p:nvPr/>
        </p:nvSpPr>
        <p:spPr>
          <a:xfrm>
            <a:off x="381000" y="5467202"/>
            <a:ext cx="11430000" cy="381000"/>
          </a:xfrm>
          <a:prstGeom prst="rect">
            <a:avLst/>
          </a:prstGeom>
          <a:noFill/>
          <a:ln w="12700" cap="flat" cmpd="sng">
            <a:noFill/>
            <a:prstDash val="solid"/>
            <a:round/>
          </a:ln>
        </p:spPr>
        <p:txBody>
          <a:bodyPr vert="horz" wrap="square" lIns="0" tIns="0" rIns="0" bIns="0" rtlCol="0" anchor="ctr">
            <a:noAutofit/>
          </a:bodyPr>
          <a:lstStyle/>
          <a:p>
            <a:pPr marL="0" indent="0" algn="ctr">
              <a:lnSpc>
                <a:spcPct val="125000"/>
              </a:lnSpc>
              <a:defRPr/>
            </a:pPr>
            <a:r>
              <a:rPr lang="en-US" sz="13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管控价值：将合规控制嵌入业务执行节点，从源头减少异常采购行为，构建</a:t>
            </a:r>
            <a:r>
              <a:rPr lang="en-US" sz="1300" b="1" i="0" u="none" strike="noStrike">
                <a:solidFill>
                  <a:srgbClr val="1E3A8A"/>
                </a:solidFill>
                <a:latin typeface="Biennale"/>
                <a:ea typeface="Biennale"/>
                <a:cs typeface="Biennale"/>
                <a:sym typeface="Biennale"/>
              </a:rPr>
              <a:t>“</a:t>
            </a:r>
            <a:r>
              <a:rPr lang="en-US" sz="13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事前预防、事中控制、事后追溯</a:t>
            </a:r>
            <a:r>
              <a:rPr lang="en-US" sz="1300" b="1" i="0" u="none" strike="noStrike">
                <a:solidFill>
                  <a:srgbClr val="1E3A8A"/>
                </a:solidFill>
                <a:latin typeface="Biennale"/>
                <a:ea typeface="Biennale"/>
                <a:cs typeface="Biennale"/>
                <a:sym typeface="Biennale"/>
              </a:rPr>
              <a:t>”</a:t>
            </a:r>
            <a:r>
              <a:rPr lang="en-US" sz="13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的全流程闭环。</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8" hasCustomPrompt="1"/>
          </p:nvPr>
        </p:nvSpPr>
        <p:spPr>
          <a:xfrm>
            <a:off x="428625" y="291465"/>
            <a:ext cx="11337925" cy="708660"/>
          </a:xfrm>
          <a:prstGeom prst="rect">
            <a:avLst/>
          </a:prstGeom>
        </p:spPr>
        <p:txBody>
          <a:bodyPr wrap="square" lIns="0" tIns="0" rIns="0" bIns="0" anchor="t">
            <a:noAutofit/>
          </a:bodyPr>
          <a:lstStyle>
            <a:lvl1pPr algn="l">
              <a:lnSpc>
                <a:spcPct val="100000"/>
              </a:lnSpc>
              <a:defRPr sz="2800" b="1" i="0" u="none" strike="noStrike" spc="0">
                <a:solidFill>
                  <a:srgbClr val="0073E6">
                    <a:alpha val="100000"/>
                  </a:srgbClr>
                </a:solidFill>
                <a:latin typeface="Biennale Bold"/>
              </a:defRPr>
            </a:lvl1pPr>
          </a:lstStyle>
          <a:p>
            <a:pPr marL="0" indent="0" algn="l">
              <a:lnSpc>
                <a:spcPct val="100000"/>
              </a:lnSpc>
            </a:pPr>
            <a:r>
              <a:rPr lang="en-US" sz="2800" b="1" i="0" u="none" strike="noStrike">
                <a:solidFill>
                  <a:srgbClr val="0073E6"/>
                </a:solidFill>
                <a:latin typeface="Biennale Bold"/>
                <a:ea typeface="Biennale Bold"/>
                <a:cs typeface="Biennale Bold"/>
                <a:sym typeface="Biennale Bold"/>
              </a:rPr>
              <a:t>任务五与任务六：</a:t>
            </a:r>
            <a:r>
              <a:rPr lang="en-US" sz="28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2800" b="1" i="0" u="none" strike="noStrike">
                <a:solidFill>
                  <a:srgbClr val="0073E6"/>
                </a:solidFill>
                <a:latin typeface="Biennale Bold"/>
                <a:ea typeface="Biennale Bold"/>
                <a:cs typeface="Biennale Bold"/>
                <a:sym typeface="Biennale Bold"/>
              </a:rPr>
              <a:t>优化双系统协同，构建采购运营分析体系</a:t>
            </a:r>
            <a:br>
              <a:rPr lang="en-US" sz="2800" b="1" i="0" u="none" strike="noStrike">
                <a:solidFill>
                  <a:srgbClr val="0073E6"/>
                </a:solidFill>
                <a:latin typeface="Biennale Bold"/>
                <a:ea typeface="Biennale Bold"/>
                <a:cs typeface="Biennale Bold"/>
                <a:sym typeface="Biennale Bold"/>
              </a:rPr>
            </a:br>
            <a:br>
              <a:rPr lang="en-US" sz="2800" b="1" i="0" u="none" strike="noStrike">
                <a:solidFill>
                  <a:srgbClr val="0073E6"/>
                </a:solidFill>
                <a:latin typeface="Biennale Bold"/>
                <a:ea typeface="Biennale Bold"/>
                <a:cs typeface="Biennale Bold"/>
                <a:sym typeface="Biennale Bold"/>
              </a:rPr>
            </a:br>
            <a:br>
              <a:rPr lang="en-US" sz="2800" b="1" i="0" u="none" strike="noStrike">
                <a:solidFill>
                  <a:srgbClr val="0073E6"/>
                </a:solidFill>
                <a:latin typeface="Biennale Bold"/>
                <a:ea typeface="Biennale Bold"/>
                <a:cs typeface="Biennale Bold"/>
                <a:sym typeface="Biennale Bold"/>
              </a:rPr>
            </a:br>
            <a:br>
              <a:rPr lang="en-US" sz="2800" b="1" i="0" u="none" strike="noStrike">
                <a:solidFill>
                  <a:srgbClr val="0073E6"/>
                </a:solidFill>
                <a:latin typeface="Biennale Bold"/>
                <a:ea typeface="Biennale Bold"/>
                <a:cs typeface="Biennale Bold"/>
                <a:sym typeface="Biennale Bold"/>
              </a:rPr>
            </a:br>
            <a:endParaRPr lang="en-US" sz="2800" b="1" i="0" u="none" strike="noStrike">
              <a:solidFill>
                <a:srgbClr val="0073E6"/>
              </a:solidFill>
              <a:latin typeface="Biennale Bold"/>
              <a:ea typeface="Biennale Bold"/>
              <a:cs typeface="Biennale Bold"/>
              <a:sym typeface="Biennale Bold"/>
            </a:endParaRPr>
          </a:p>
        </p:txBody>
      </p:sp>
      <p:sp>
        <p:nvSpPr>
          <p:cNvPr id="3" name="AutoShape 3"/>
          <p:cNvSpPr/>
          <p:nvPr/>
        </p:nvSpPr>
        <p:spPr>
          <a:xfrm>
            <a:off x="508000" y="1470212"/>
            <a:ext cx="5397500" cy="508000"/>
          </a:xfrm>
          <a:prstGeom prst="roundRect">
            <a:avLst>
              <a:gd name="adj" fmla="val 0"/>
            </a:avLst>
          </a:prstGeom>
          <a:solidFill>
            <a:srgbClr val="2563EB">
              <a:alpha val="100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
        <p:nvSpPr>
          <p:cNvPr id="4" name="AutoShape 4"/>
          <p:cNvSpPr/>
          <p:nvPr/>
        </p:nvSpPr>
        <p:spPr>
          <a:xfrm>
            <a:off x="635000" y="1546412"/>
            <a:ext cx="5143500" cy="381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任务五：</a:t>
            </a:r>
            <a:r>
              <a:rPr lang="en-US" sz="1400" b="1" i="0" u="none" strike="noStrike">
                <a:solidFill>
                  <a:srgbClr val="FFFFFF"/>
                </a:solidFill>
                <a:latin typeface="Biennale"/>
                <a:ea typeface="Biennale"/>
                <a:cs typeface="Biennale"/>
                <a:sym typeface="Biennale"/>
              </a:rPr>
              <a:t>SAP</a:t>
            </a: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与</a:t>
            </a:r>
            <a:r>
              <a:rPr lang="en-US" sz="1400" b="1" i="0" u="none" strike="noStrike">
                <a:solidFill>
                  <a:srgbClr val="FFFFFF"/>
                </a:solidFill>
                <a:latin typeface="Biennale"/>
                <a:ea typeface="Biennale"/>
                <a:cs typeface="Biennale"/>
                <a:sym typeface="Biennale"/>
              </a:rPr>
              <a:t>SRM</a:t>
            </a: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协同优化</a:t>
            </a:r>
            <a:endParaRPr lang="en-US" sz="1100"/>
          </a:p>
        </p:txBody>
      </p:sp>
      <p:sp>
        <p:nvSpPr>
          <p:cNvPr id="5" name="AutoShape 5"/>
          <p:cNvSpPr/>
          <p:nvPr>
            <p:custDataLst>
              <p:tags r:id="rId1"/>
            </p:custDataLst>
          </p:nvPr>
        </p:nvSpPr>
        <p:spPr>
          <a:xfrm>
            <a:off x="508000" y="2168712"/>
            <a:ext cx="5397500" cy="1460500"/>
          </a:xfrm>
          <a:prstGeom prst="roundRect">
            <a:avLst>
              <a:gd name="adj" fmla="val 0"/>
            </a:avLst>
          </a:prstGeom>
          <a:solidFill>
            <a:srgbClr val="EFF6FF">
              <a:alpha val="60000"/>
            </a:srgbClr>
          </a:solidFill>
          <a:ln w="12700" cap="flat" cmpd="sng">
            <a:solidFill>
              <a:srgbClr val="BFDBFE">
                <a:alpha val="100000"/>
              </a:srgbClr>
            </a:solidFill>
            <a:prstDash val="solid"/>
            <a:round/>
          </a:ln>
        </p:spPr>
        <p:txBody>
          <a:bodyPr vert="horz" wrap="square" lIns="63500" tIns="63500" rIns="63500" bIns="63500" rtlCol="0" anchor="ctr">
            <a:noAutofit/>
          </a:bodyPr>
          <a:lstStyle/>
          <a:p>
            <a:pPr marL="0" indent="0" algn="ctr">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
        <p:nvSpPr>
          <p:cNvPr id="6" name="AutoShape 6"/>
          <p:cNvSpPr/>
          <p:nvPr>
            <p:custDataLst>
              <p:tags r:id="rId2"/>
            </p:custDataLst>
          </p:nvPr>
        </p:nvSpPr>
        <p:spPr>
          <a:xfrm>
            <a:off x="635000" y="2257612"/>
            <a:ext cx="5143500" cy="3048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200" b="1" i="0" u="none" strike="noStrike">
                <a:solidFill>
                  <a:srgbClr val="1F2937"/>
                </a:solidFill>
                <a:latin typeface="Biennale"/>
                <a:ea typeface="Biennale"/>
                <a:cs typeface="Biennale"/>
                <a:sym typeface="Biennale"/>
              </a:rPr>
              <a:t>01 </a:t>
            </a: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核心痛点：数据割裂导致执行失控</a:t>
            </a:r>
            <a:endParaRPr lang="en-US" sz="1100"/>
          </a:p>
        </p:txBody>
      </p:sp>
      <p:sp>
        <p:nvSpPr>
          <p:cNvPr id="7" name="AutoShape 7"/>
          <p:cNvSpPr/>
          <p:nvPr>
            <p:custDataLst>
              <p:tags r:id="rId3"/>
            </p:custDataLst>
          </p:nvPr>
        </p:nvSpPr>
        <p:spPr>
          <a:xfrm>
            <a:off x="635000" y="2613212"/>
            <a:ext cx="5143500" cy="952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en-US" sz="1100" b="0" i="0" u="none" strike="noStrike">
                <a:solidFill>
                  <a:srgbClr val="374151"/>
                </a:solidFill>
                <a:latin typeface="Biennale"/>
                <a:ea typeface="Biennale"/>
                <a:cs typeface="Biennale"/>
                <a:sym typeface="Biennale"/>
              </a:rPr>
              <a:t>• </a:t>
            </a: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结果不同步：</a:t>
            </a:r>
            <a:r>
              <a:rPr lang="en-US" sz="1100" b="0" i="0" u="none" strike="noStrike">
                <a:solidFill>
                  <a:srgbClr val="374151"/>
                </a:solidFill>
                <a:latin typeface="Biennale"/>
                <a:ea typeface="Biennale"/>
                <a:cs typeface="Biennale"/>
                <a:sym typeface="Biennale"/>
              </a:rPr>
              <a:t>SRM</a:t>
            </a: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审批的供应商</a:t>
            </a:r>
            <a:r>
              <a:rPr lang="en-US" sz="1100" b="0" i="0" u="none" strike="noStrike">
                <a:solidFill>
                  <a:srgbClr val="374151"/>
                </a:solidFill>
                <a:latin typeface="Biennale"/>
                <a:ea typeface="Biennale"/>
                <a:cs typeface="Biennale"/>
                <a:sym typeface="Biennale"/>
              </a:rPr>
              <a:t>/</a:t>
            </a: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价格未实时传至</a:t>
            </a:r>
            <a:r>
              <a:rPr lang="en-US" sz="1100" b="0" i="0" u="none" strike="noStrike">
                <a:solidFill>
                  <a:srgbClr val="374151"/>
                </a:solidFill>
                <a:latin typeface="Biennale"/>
                <a:ea typeface="Biennale"/>
                <a:cs typeface="Biennale"/>
                <a:sym typeface="Biennale"/>
              </a:rPr>
              <a:t>SAP</a:t>
            </a: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，线下执行无依据</a:t>
            </a:r>
            <a:b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74151"/>
                </a:solidFill>
                <a:latin typeface="Biennale"/>
                <a:ea typeface="Biennale"/>
                <a:cs typeface="Biennale"/>
                <a:sym typeface="Biennale"/>
              </a:rPr>
              <a:t>• </a:t>
            </a: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数据成孤岛：双系统主数据口径不一，对账难且影响结算效率</a:t>
            </a:r>
            <a:b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74151"/>
                </a:solidFill>
                <a:latin typeface="Biennale"/>
                <a:ea typeface="Biennale"/>
                <a:cs typeface="Biennale"/>
                <a:sym typeface="Biennale"/>
              </a:rPr>
              <a:t>• </a:t>
            </a: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监控有盲区：接口异常无预警，数据差异需人工排查，耗时耗力</a:t>
            </a:r>
            <a:endParaRPr lang="en-US" sz="1100"/>
          </a:p>
        </p:txBody>
      </p:sp>
      <p:sp>
        <p:nvSpPr>
          <p:cNvPr id="8" name="AutoShape 8"/>
          <p:cNvSpPr/>
          <p:nvPr>
            <p:custDataLst>
              <p:tags r:id="rId4"/>
            </p:custDataLst>
          </p:nvPr>
        </p:nvSpPr>
        <p:spPr>
          <a:xfrm>
            <a:off x="508000" y="3819712"/>
            <a:ext cx="5397500" cy="1460500"/>
          </a:xfrm>
          <a:prstGeom prst="roundRect">
            <a:avLst>
              <a:gd name="adj" fmla="val 0"/>
            </a:avLst>
          </a:prstGeom>
          <a:solidFill>
            <a:srgbClr val="EFF6FF">
              <a:alpha val="60000"/>
            </a:srgbClr>
          </a:solidFill>
          <a:ln w="12700" cap="flat" cmpd="sng">
            <a:solidFill>
              <a:srgbClr val="BFDBFE">
                <a:alpha val="100000"/>
              </a:srgbClr>
            </a:solidFill>
            <a:prstDash val="solid"/>
            <a:round/>
          </a:ln>
        </p:spPr>
        <p:txBody>
          <a:bodyPr vert="horz" wrap="square" lIns="63500" tIns="63500" rIns="63500" bIns="63500" rtlCol="0" anchor="ctr">
            <a:noAutofit/>
          </a:bodyPr>
          <a:lstStyle/>
          <a:p>
            <a:pPr lvl="0" algn="ctr">
              <a:buSzTx/>
              <a:defRPr/>
            </a:pPr>
            <a:r>
              <a:rPr lang="en-US" sz="1800">
                <a:latin typeface="Biennale"/>
                <a:ea typeface="Biennale"/>
                <a:cs typeface="Biennale"/>
                <a:sym typeface="Biennale"/>
              </a:rPr>
              <a:t> </a:t>
            </a:r>
          </a:p>
        </p:txBody>
      </p:sp>
      <p:sp>
        <p:nvSpPr>
          <p:cNvPr id="9" name="AutoShape 9"/>
          <p:cNvSpPr/>
          <p:nvPr>
            <p:custDataLst>
              <p:tags r:id="rId5"/>
            </p:custDataLst>
          </p:nvPr>
        </p:nvSpPr>
        <p:spPr>
          <a:xfrm>
            <a:off x="635000" y="3908612"/>
            <a:ext cx="5143500" cy="3048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200" b="1" i="0" u="none" strike="noStrike">
                <a:solidFill>
                  <a:srgbClr val="1F2937"/>
                </a:solidFill>
                <a:latin typeface="Biennale"/>
                <a:ea typeface="Biennale"/>
                <a:cs typeface="Biennale"/>
                <a:sym typeface="Biennale"/>
              </a:rPr>
              <a:t>02 </a:t>
            </a: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破局策略：流程与数据双向打通</a:t>
            </a:r>
            <a:endParaRPr lang="en-US" sz="1100"/>
          </a:p>
        </p:txBody>
      </p:sp>
      <p:sp>
        <p:nvSpPr>
          <p:cNvPr id="10" name="AutoShape 10"/>
          <p:cNvSpPr/>
          <p:nvPr>
            <p:custDataLst>
              <p:tags r:id="rId6"/>
            </p:custDataLst>
          </p:nvPr>
        </p:nvSpPr>
        <p:spPr>
          <a:xfrm>
            <a:off x="635000" y="4264212"/>
            <a:ext cx="5143500" cy="952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0" i="0" u="none" strike="noStrike">
                <a:solidFill>
                  <a:srgbClr val="374151"/>
                </a:solidFill>
                <a:latin typeface="Biennale"/>
                <a:ea typeface="Biennale"/>
                <a:cs typeface="Biennale"/>
                <a:sym typeface="Biennale"/>
              </a:rPr>
              <a:t> </a:t>
            </a: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权责清晰：</a:t>
            </a:r>
            <a:r>
              <a:rPr lang="en-US" sz="1100" b="0" i="0" u="none" strike="noStrike">
                <a:solidFill>
                  <a:srgbClr val="374151"/>
                </a:solidFill>
                <a:latin typeface="Biennale"/>
                <a:ea typeface="Biennale"/>
                <a:cs typeface="Biennale"/>
                <a:sym typeface="Biennale"/>
              </a:rPr>
              <a:t>SRM</a:t>
            </a: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聚焦寻源审批，</a:t>
            </a:r>
            <a:r>
              <a:rPr lang="en-US" sz="1100" b="0" i="0" u="none" strike="noStrike">
                <a:solidFill>
                  <a:srgbClr val="374151"/>
                </a:solidFill>
                <a:latin typeface="Biennale"/>
                <a:ea typeface="Biennale"/>
                <a:cs typeface="Biennale"/>
                <a:sym typeface="Biennale"/>
              </a:rPr>
              <a:t>SAP</a:t>
            </a: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负责履约与财务核算</a:t>
            </a:r>
            <a:b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0" i="0" u="none" strike="noStrike">
                <a:solidFill>
                  <a:srgbClr val="374151"/>
                </a:solidFill>
                <a:latin typeface="Biennale"/>
                <a:ea typeface="Biennale"/>
                <a:cs typeface="Biennale"/>
                <a:sym typeface="Biennale"/>
              </a:rPr>
              <a:t> </a:t>
            </a: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机制保障：建立主数据</a:t>
            </a:r>
            <a:r>
              <a:rPr lang="en-US" sz="1100" b="0" i="0" u="none" strike="noStrike">
                <a:solidFill>
                  <a:srgbClr val="374151"/>
                </a:solidFill>
                <a:latin typeface="Biennale"/>
                <a:ea typeface="Biennale"/>
                <a:cs typeface="Biennale"/>
                <a:sym typeface="Biennale"/>
              </a:rPr>
              <a:t>“</a:t>
            </a: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定时</a:t>
            </a:r>
            <a:r>
              <a:rPr lang="en-US" sz="1100" b="0" i="0" u="none" strike="noStrike">
                <a:solidFill>
                  <a:srgbClr val="374151"/>
                </a:solidFill>
                <a:latin typeface="Biennale"/>
                <a:ea typeface="Biennale"/>
                <a:cs typeface="Biennale"/>
                <a:sym typeface="Biennale"/>
              </a:rPr>
              <a:t>+</a:t>
            </a: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触发</a:t>
            </a:r>
            <a:r>
              <a:rPr lang="en-US" sz="1100" b="0" i="0" u="none" strike="noStrike">
                <a:solidFill>
                  <a:srgbClr val="374151"/>
                </a:solidFill>
                <a:latin typeface="Biennale"/>
                <a:ea typeface="Biennale"/>
                <a:cs typeface="Biennale"/>
                <a:sym typeface="Biennale"/>
              </a:rPr>
              <a:t>”</a:t>
            </a: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双向同步，确保一致性</a:t>
            </a:r>
            <a:b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0" i="0" u="none" strike="noStrike">
                <a:solidFill>
                  <a:srgbClr val="374151"/>
                </a:solidFill>
                <a:latin typeface="Biennale"/>
                <a:ea typeface="Biennale"/>
                <a:cs typeface="Biennale"/>
                <a:sym typeface="Biennale"/>
              </a:rPr>
              <a:t> </a:t>
            </a: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智能监控：部署接口大屏，异常自动告警，日清日结</a:t>
            </a:r>
            <a:endParaRPr lang="en-US" sz="1100"/>
          </a:p>
        </p:txBody>
      </p:sp>
      <p:sp>
        <p:nvSpPr>
          <p:cNvPr id="11" name="AutoShape 11"/>
          <p:cNvSpPr/>
          <p:nvPr/>
        </p:nvSpPr>
        <p:spPr>
          <a:xfrm>
            <a:off x="6286500" y="1470212"/>
            <a:ext cx="5397500" cy="508000"/>
          </a:xfrm>
          <a:prstGeom prst="roundRect">
            <a:avLst>
              <a:gd name="adj" fmla="val 0"/>
            </a:avLst>
          </a:prstGeom>
          <a:solidFill>
            <a:schemeClr val="accent5">
              <a:lumMod val="50000"/>
            </a:scheme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
        <p:nvSpPr>
          <p:cNvPr id="12" name="AutoShape 12"/>
          <p:cNvSpPr/>
          <p:nvPr/>
        </p:nvSpPr>
        <p:spPr>
          <a:xfrm>
            <a:off x="6413500" y="1546412"/>
            <a:ext cx="5143500" cy="3810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任务六：采购运营分析与审计体系</a:t>
            </a:r>
            <a:endParaRPr lang="en-US" sz="1100"/>
          </a:p>
        </p:txBody>
      </p:sp>
      <p:sp>
        <p:nvSpPr>
          <p:cNvPr id="13" name="AutoShape 13"/>
          <p:cNvSpPr/>
          <p:nvPr>
            <p:custDataLst>
              <p:tags r:id="rId7"/>
            </p:custDataLst>
          </p:nvPr>
        </p:nvSpPr>
        <p:spPr>
          <a:xfrm>
            <a:off x="6286500" y="2168712"/>
            <a:ext cx="5397500" cy="1460500"/>
          </a:xfrm>
          <a:prstGeom prst="roundRect">
            <a:avLst>
              <a:gd name="adj" fmla="val 0"/>
            </a:avLst>
          </a:prstGeom>
          <a:solidFill>
            <a:srgbClr val="EFF6FF">
              <a:alpha val="60000"/>
            </a:srgbClr>
          </a:solidFill>
          <a:ln w="12700" cap="flat" cmpd="sng">
            <a:solidFill>
              <a:srgbClr val="BFDBFE">
                <a:alpha val="100000"/>
              </a:srgbClr>
            </a:solidFill>
            <a:prstDash val="solid"/>
            <a:round/>
          </a:ln>
        </p:spPr>
        <p:txBody>
          <a:bodyPr vert="horz" wrap="square" lIns="63500" tIns="63500" rIns="63500" bIns="63500" rtlCol="0" anchor="ctr">
            <a:noAutofit/>
          </a:bodyPr>
          <a:lstStyle/>
          <a:p>
            <a:pPr lvl="0" algn="ctr">
              <a:buSzTx/>
              <a:defRPr/>
            </a:pPr>
            <a:r>
              <a:rPr lang="en-US" sz="1800">
                <a:latin typeface="Biennale"/>
                <a:ea typeface="Biennale"/>
                <a:cs typeface="Biennale"/>
                <a:sym typeface="Biennale"/>
              </a:rPr>
              <a:t> </a:t>
            </a:r>
          </a:p>
        </p:txBody>
      </p:sp>
      <p:sp>
        <p:nvSpPr>
          <p:cNvPr id="14" name="AutoShape 14"/>
          <p:cNvSpPr/>
          <p:nvPr>
            <p:custDataLst>
              <p:tags r:id="rId8"/>
            </p:custDataLst>
          </p:nvPr>
        </p:nvSpPr>
        <p:spPr>
          <a:xfrm>
            <a:off x="6413500" y="2257612"/>
            <a:ext cx="5143500" cy="3048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200" b="1" i="0" u="none" strike="noStrike">
                <a:solidFill>
                  <a:srgbClr val="1F2937"/>
                </a:solidFill>
                <a:latin typeface="Biennale"/>
                <a:ea typeface="Biennale"/>
                <a:cs typeface="Biennale"/>
                <a:sym typeface="Biennale"/>
              </a:rPr>
              <a:t>01 </a:t>
            </a: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运营驾驶舱：关键指标实时可视（报表展现，未来实现大屏展现）</a:t>
            </a:r>
            <a:endParaRPr lang="en-US" sz="1100"/>
          </a:p>
        </p:txBody>
      </p:sp>
      <p:sp>
        <p:nvSpPr>
          <p:cNvPr id="15" name="AutoShape 15"/>
          <p:cNvSpPr/>
          <p:nvPr>
            <p:custDataLst>
              <p:tags r:id="rId9"/>
            </p:custDataLst>
          </p:nvPr>
        </p:nvSpPr>
        <p:spPr>
          <a:xfrm>
            <a:off x="6413500" y="2613212"/>
            <a:ext cx="5143500" cy="952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en-US" sz="1100" b="0" i="0" u="none" strike="noStrike">
                <a:solidFill>
                  <a:srgbClr val="374151"/>
                </a:solidFill>
                <a:latin typeface="Biennale"/>
                <a:ea typeface="Biennale"/>
                <a:cs typeface="Biennale"/>
                <a:sym typeface="Biennale"/>
              </a:rPr>
              <a:t>• </a:t>
            </a: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效率层：采购周期、订单交付及时率、合同执行进度追踪</a:t>
            </a:r>
            <a:b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74151"/>
                </a:solidFill>
                <a:latin typeface="Biennale"/>
                <a:ea typeface="Biennale"/>
                <a:cs typeface="Biennale"/>
                <a:sym typeface="Biennale"/>
              </a:rPr>
              <a:t>• </a:t>
            </a: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合规层：货源合规率、价格执行偏差率、例外审批频次</a:t>
            </a:r>
            <a:b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74151"/>
                </a:solidFill>
                <a:latin typeface="Biennale"/>
                <a:ea typeface="Biennale"/>
                <a:cs typeface="Biennale"/>
                <a:sym typeface="Biennale"/>
              </a:rPr>
              <a:t>• </a:t>
            </a: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质量层：供应商交付合格率、主数据完整度与准确率指标</a:t>
            </a:r>
            <a:endParaRPr lang="en-US" sz="1100"/>
          </a:p>
        </p:txBody>
      </p:sp>
      <p:sp>
        <p:nvSpPr>
          <p:cNvPr id="16" name="AutoShape 16"/>
          <p:cNvSpPr/>
          <p:nvPr>
            <p:custDataLst>
              <p:tags r:id="rId10"/>
            </p:custDataLst>
          </p:nvPr>
        </p:nvSpPr>
        <p:spPr>
          <a:xfrm>
            <a:off x="6286500" y="3819712"/>
            <a:ext cx="5397500" cy="1460500"/>
          </a:xfrm>
          <a:prstGeom prst="roundRect">
            <a:avLst>
              <a:gd name="adj" fmla="val 0"/>
            </a:avLst>
          </a:prstGeom>
          <a:solidFill>
            <a:srgbClr val="EFF6FF">
              <a:alpha val="60000"/>
            </a:srgbClr>
          </a:solidFill>
          <a:ln w="12700" cap="flat" cmpd="sng">
            <a:solidFill>
              <a:srgbClr val="BFDBFE">
                <a:alpha val="100000"/>
              </a:srgbClr>
            </a:solidFill>
            <a:prstDash val="solid"/>
            <a:round/>
          </a:ln>
        </p:spPr>
        <p:txBody>
          <a:bodyPr vert="horz" wrap="square" lIns="63500" tIns="63500" rIns="63500" bIns="63500" rtlCol="0" anchor="ctr">
            <a:noAutofit/>
          </a:bodyPr>
          <a:lstStyle/>
          <a:p>
            <a:pPr lvl="0" algn="ctr">
              <a:buSzTx/>
              <a:defRPr/>
            </a:pPr>
            <a:r>
              <a:rPr lang="en-US" sz="1800">
                <a:latin typeface="Biennale"/>
                <a:ea typeface="Biennale"/>
                <a:cs typeface="Biennale"/>
                <a:sym typeface="Biennale"/>
              </a:rPr>
              <a:t> </a:t>
            </a:r>
          </a:p>
        </p:txBody>
      </p:sp>
      <p:sp>
        <p:nvSpPr>
          <p:cNvPr id="17" name="AutoShape 17"/>
          <p:cNvSpPr/>
          <p:nvPr>
            <p:custDataLst>
              <p:tags r:id="rId11"/>
            </p:custDataLst>
          </p:nvPr>
        </p:nvSpPr>
        <p:spPr>
          <a:xfrm>
            <a:off x="6413500" y="3908612"/>
            <a:ext cx="5143500" cy="304800"/>
          </a:xfrm>
          <a:prstGeom prst="rect">
            <a:avLst/>
          </a:prstGeom>
          <a:noFill/>
          <a:ln w="12700" cap="flat" cmpd="sng">
            <a:noFill/>
            <a:prstDash val="solid"/>
            <a:round/>
          </a:ln>
        </p:spPr>
        <p:txBody>
          <a:bodyPr vert="horz" wrap="square" lIns="0" tIns="0" rIns="0" bIns="0" rtlCol="0" anchor="ctr">
            <a:noAutofit/>
          </a:bodyPr>
          <a:lstStyle/>
          <a:p>
            <a:pPr marL="0" indent="0" algn="l">
              <a:lnSpc>
                <a:spcPct val="125000"/>
              </a:lnSpc>
              <a:defRPr/>
            </a:pPr>
            <a:r>
              <a:rPr lang="en-US" sz="1200" b="1" i="0" u="none" strike="noStrike">
                <a:solidFill>
                  <a:srgbClr val="1F2937"/>
                </a:solidFill>
                <a:latin typeface="Biennale"/>
                <a:ea typeface="Biennale"/>
                <a:cs typeface="Biennale"/>
                <a:sym typeface="Biennale"/>
              </a:rPr>
              <a:t>02 </a:t>
            </a:r>
            <a:r>
              <a:rPr lang="en-US" sz="1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合规审计：全链路可追溯闭环</a:t>
            </a:r>
            <a:endParaRPr lang="en-US" sz="1100"/>
          </a:p>
        </p:txBody>
      </p:sp>
      <p:sp>
        <p:nvSpPr>
          <p:cNvPr id="18" name="AutoShape 18"/>
          <p:cNvSpPr/>
          <p:nvPr>
            <p:custDataLst>
              <p:tags r:id="rId12"/>
            </p:custDataLst>
          </p:nvPr>
        </p:nvSpPr>
        <p:spPr>
          <a:xfrm>
            <a:off x="6413500" y="4264212"/>
            <a:ext cx="5143500" cy="952500"/>
          </a:xfrm>
          <a:prstGeom prst="rect">
            <a:avLst/>
          </a:prstGeom>
          <a:noFill/>
          <a:ln w="12700" cap="flat" cmpd="sng">
            <a:noFill/>
            <a:prstDash val="solid"/>
            <a:round/>
          </a:ln>
        </p:spPr>
        <p:txBody>
          <a:bodyPr vert="horz" wrap="square" lIns="0" tIns="0" rIns="0" bIns="0" rtlCol="0" anchor="ctr">
            <a:noAutofit/>
          </a:bodyPr>
          <a:lstStyle/>
          <a:p>
            <a:pPr marL="0" indent="0" algn="l">
              <a:lnSpc>
                <a:spcPct val="108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0" i="0" u="none" strike="noStrike">
                <a:solidFill>
                  <a:srgbClr val="374151"/>
                </a:solidFill>
                <a:latin typeface="Biennale"/>
                <a:ea typeface="Biennale"/>
                <a:cs typeface="Biennale"/>
                <a:sym typeface="Biennale"/>
              </a:rPr>
              <a:t> </a:t>
            </a: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全程留痕：价格调整、合同变更、例外审批系统自动存档</a:t>
            </a:r>
            <a:b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0" i="0" u="none" strike="noStrike">
                <a:solidFill>
                  <a:srgbClr val="374151"/>
                </a:solidFill>
                <a:latin typeface="Biennale"/>
                <a:ea typeface="Biennale"/>
                <a:cs typeface="Biennale"/>
                <a:sym typeface="Biennale"/>
              </a:rPr>
              <a:t> </a:t>
            </a: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定期审计：建立季度</a:t>
            </a:r>
            <a:r>
              <a:rPr lang="en-US" sz="1100" b="0" i="0" u="none" strike="noStrike">
                <a:solidFill>
                  <a:srgbClr val="374151"/>
                </a:solidFill>
                <a:latin typeface="Biennale"/>
                <a:ea typeface="Biennale"/>
                <a:cs typeface="Biennale"/>
                <a:sym typeface="Biennale"/>
              </a:rPr>
              <a:t>/</a:t>
            </a: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年度采购合规审计机制，规避风险</a:t>
            </a:r>
            <a:b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100" b="0" i="0" u="none" strike="noStrike">
                <a:solidFill>
                  <a:srgbClr val="374151"/>
                </a:solidFill>
                <a:latin typeface="Biennale"/>
                <a:ea typeface="Biennale"/>
                <a:cs typeface="Biennale"/>
                <a:sym typeface="Biennale"/>
              </a:rPr>
              <a:t> </a:t>
            </a: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责任到人：异常订单与违规操作可精准定位环节与责任人</a:t>
            </a:r>
            <a:endParaRPr lang="en-US" sz="1100"/>
          </a:p>
        </p:txBody>
      </p:sp>
      <p:sp>
        <p:nvSpPr>
          <p:cNvPr id="19" name="AutoShape 19"/>
          <p:cNvSpPr/>
          <p:nvPr/>
        </p:nvSpPr>
        <p:spPr>
          <a:xfrm>
            <a:off x="508000" y="5597712"/>
            <a:ext cx="11176000" cy="635000"/>
          </a:xfrm>
          <a:prstGeom prst="roundRect">
            <a:avLst>
              <a:gd name="adj" fmla="val 0"/>
            </a:avLst>
          </a:prstGeom>
          <a:solidFill>
            <a:srgbClr val="1E3A8A">
              <a:alpha val="6000"/>
            </a:srgbClr>
          </a:solidFill>
          <a:ln w="12700" cap="flat" cmpd="sng">
            <a:noFill/>
            <a:prstDash val="solid"/>
            <a:round/>
          </a:ln>
        </p:spPr>
        <p:txBody>
          <a:bodyPr vert="horz" wrap="square" lIns="63500" tIns="63500" rIns="63500" bIns="63500" rtlCol="0" anchor="ctr">
            <a:noAutofit/>
          </a:bodyPr>
          <a:lstStyle/>
          <a:p>
            <a:pPr marL="0" indent="0" algn="ctr">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
        <p:nvSpPr>
          <p:cNvPr id="20" name="AutoShape 20"/>
          <p:cNvSpPr/>
          <p:nvPr/>
        </p:nvSpPr>
        <p:spPr>
          <a:xfrm>
            <a:off x="508000" y="5762812"/>
            <a:ext cx="11176000" cy="508000"/>
          </a:xfrm>
          <a:prstGeom prst="rect">
            <a:avLst/>
          </a:prstGeom>
          <a:noFill/>
          <a:ln w="12700" cap="flat" cmpd="sng">
            <a:noFill/>
            <a:prstDash val="solid"/>
            <a:round/>
          </a:ln>
        </p:spPr>
        <p:txBody>
          <a:bodyPr vert="horz" wrap="square" lIns="0" tIns="0" rIns="0" bIns="0" rtlCol="0" anchor="ctr">
            <a:noAutofit/>
          </a:bodyPr>
          <a:lstStyle/>
          <a:p>
            <a:pPr marL="0" indent="0" algn="ctr">
              <a:lnSpc>
                <a:spcPct val="125000"/>
              </a:lnSpc>
              <a:defRPr/>
            </a:pPr>
            <a:r>
              <a:rPr lang="en-US" sz="1300" b="1" i="0" u="none" strike="noStrike">
                <a:solidFill>
                  <a:srgbClr val="1E3A8A"/>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价值总结：实现业务协同一体化、运营管理可视化、合规审计常态化，全面提升采购供应链的数字化治理水平</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34" hasCustomPrompt="1"/>
          </p:nvPr>
        </p:nvSpPr>
        <p:spPr>
          <a:xfrm>
            <a:off x="390098" y="389618"/>
            <a:ext cx="1463040" cy="1477010"/>
          </a:xfrm>
          <a:prstGeom prst="rect">
            <a:avLst/>
          </a:prstGeom>
        </p:spPr>
        <p:txBody>
          <a:bodyPr wrap="none" lIns="0" tIns="0" rIns="0" bIns="0" anchor="t">
            <a:spAutoFit/>
          </a:bodyPr>
          <a:lstStyle>
            <a:lvl1pPr algn="l">
              <a:lnSpc>
                <a:spcPct val="100000"/>
              </a:lnSpc>
              <a:defRPr sz="9600" b="0" i="0" u="none" strike="noStrike" spc="0">
                <a:solidFill>
                  <a:srgbClr val="00005C">
                    <a:alpha val="100000"/>
                  </a:srgbClr>
                </a:solidFill>
                <a:latin typeface="Biennale Bold"/>
              </a:defRPr>
            </a:lvl1pPr>
          </a:lstStyle>
          <a:p>
            <a:pPr marL="0" indent="0" algn="l">
              <a:lnSpc>
                <a:spcPct val="100000"/>
              </a:lnSpc>
            </a:pPr>
            <a:r>
              <a:rPr lang="en-US" sz="9600" b="0" i="0" u="none" strike="noStrike">
                <a:solidFill>
                  <a:srgbClr val="00005C"/>
                </a:solidFill>
                <a:latin typeface="Biennale Bold"/>
                <a:ea typeface="Biennale Bold"/>
                <a:cs typeface="Biennale Bold"/>
                <a:sym typeface="Biennale Bold"/>
              </a:rPr>
              <a:t>04</a:t>
            </a:r>
          </a:p>
        </p:txBody>
      </p:sp>
      <p:sp>
        <p:nvSpPr>
          <p:cNvPr id="3" name="AutoShape 3"/>
          <p:cNvSpPr>
            <a:spLocks noGrp="1"/>
          </p:cNvSpPr>
          <p:nvPr>
            <p:ph type="body" sz="quarter" idx="35" hasCustomPrompt="1"/>
          </p:nvPr>
        </p:nvSpPr>
        <p:spPr>
          <a:prstGeom prst="rect">
            <a:avLst/>
          </a:prstGeom>
        </p:spPr>
        <p:txBody>
          <a:bodyPr wrap="square" lIns="0" tIns="0" rIns="0" bIns="0" anchor="t">
            <a:noAutofit/>
          </a:bodyPr>
          <a:lstStyle>
            <a:lvl1pPr algn="l">
              <a:lnSpc>
                <a:spcPct val="100000"/>
              </a:lnSpc>
              <a:defRPr sz="5400" b="0" i="0" u="none" strike="noStrike" spc="0">
                <a:solidFill>
                  <a:srgbClr val="00005C">
                    <a:alpha val="100000"/>
                  </a:srgbClr>
                </a:solidFill>
                <a:latin typeface="Biennale Bold"/>
              </a:defRPr>
            </a:lvl1pPr>
          </a:lstStyle>
          <a:p>
            <a:pPr marL="0" indent="0" algn="l">
              <a:lnSpc>
                <a:spcPct val="100000"/>
              </a:lnSpc>
            </a:pPr>
            <a:r>
              <a:rPr lang="en-US" sz="5400" b="0" i="0" u="none" strike="noStrike">
                <a:solidFill>
                  <a:srgbClr val="00005C"/>
                </a:solidFill>
                <a:latin typeface="Biennale Bold"/>
                <a:ea typeface="Biennale Bold"/>
                <a:cs typeface="Biennale Bold"/>
                <a:sym typeface="Biennale Bold"/>
              </a:rPr>
              <a:t>附录：相关文档及原始数据</a:t>
            </a:r>
          </a:p>
        </p:txBody>
      </p:sp>
      <p:pic>
        <p:nvPicPr>
          <p:cNvPr id="4" name="Picture 4"/>
          <p:cNvPicPr>
            <a:picLocks noChangeAspect="1"/>
          </p:cNvPicPr>
          <p:nvPr/>
        </p:nvPicPr>
        <p:blipFill>
          <a:blip r:embed="rId2"/>
          <a:srcRect/>
          <a:stretch>
            <a:fillRect/>
          </a:stretch>
        </p:blipFill>
        <p:spPr>
          <a:xfrm>
            <a:off x="48466" y="125649"/>
            <a:ext cx="1930400" cy="381000"/>
          </a:xfrm>
          <a:prstGeom prst="rect">
            <a:avLst/>
          </a:prstGeom>
          <a:ln w="12700">
            <a:noFill/>
            <a:prstDash val="solid"/>
          </a:ln>
        </p:spPr>
      </p:pic>
      <p:sp>
        <p:nvSpPr>
          <p:cNvPr id="5" name="AutoShape 5"/>
          <p:cNvSpPr/>
          <p:nvPr/>
        </p:nvSpPr>
        <p:spPr>
          <a:xfrm>
            <a:off x="-1293962" y="2622430"/>
            <a:ext cx="0" cy="0"/>
          </a:xfrm>
          <a:prstGeom prst="rect">
            <a:avLst/>
          </a:prstGeom>
          <a:noFill/>
          <a:ln w="12700">
            <a:noFill/>
            <a:prstDash val="solid"/>
          </a:ln>
        </p:spPr>
        <p:txBody>
          <a:bodyPr wrap="none" lIns="91440" tIns="45720" rIns="91440" bIns="45720" rtlCol="0" anchor="t">
            <a:noAutofit/>
          </a:bodyPr>
          <a:lstStyle/>
          <a:p>
            <a:pPr marL="0" indent="0" algn="l">
              <a:lnSpc>
                <a:spcPct val="100000"/>
              </a:lnSpc>
              <a:defRPr/>
            </a:pPr>
            <a:r>
              <a:rPr lang="en-US" sz="1800" b="0" i="0" u="none" strike="noStrike">
                <a:solidFill>
                  <a:srgbClr val="000000"/>
                </a:solidFill>
                <a:latin typeface="Biennale"/>
                <a:ea typeface="Biennale"/>
                <a:cs typeface="Biennale"/>
                <a:sym typeface="Biennale"/>
              </a:rPr>
              <a:t> </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28625" y="291465"/>
            <a:ext cx="11337925" cy="635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800" b="1" i="0" u="none" strike="noStrike">
                <a:solidFill>
                  <a:srgbClr val="0073E6"/>
                </a:solidFill>
                <a:latin typeface="Biennale Bold"/>
                <a:ea typeface="Biennale Bold"/>
                <a:cs typeface="Biennale Bold"/>
                <a:sym typeface="Biennale Bold"/>
              </a:rPr>
              <a:t>附录 原始需求清单（4条，采购配额管理关联）</a:t>
            </a:r>
            <a:endParaRPr lang="en-US" sz="1100"/>
          </a:p>
        </p:txBody>
      </p:sp>
      <p:graphicFrame>
        <p:nvGraphicFramePr>
          <p:cNvPr id="3" name="Table 3"/>
          <p:cNvGraphicFramePr>
            <a:graphicFrameLocks noGrp="1"/>
          </p:cNvGraphicFramePr>
          <p:nvPr/>
        </p:nvGraphicFramePr>
        <p:xfrm>
          <a:off x="427038" y="1079500"/>
          <a:ext cx="11337925" cy="2671445"/>
        </p:xfrm>
        <a:graphic>
          <a:graphicData uri="http://schemas.openxmlformats.org/drawingml/2006/table">
            <a:tbl>
              <a:tblPr>
                <a:effectLst/>
              </a:tblPr>
              <a:tblGrid>
                <a:gridCol w="1168400">
                  <a:extLst>
                    <a:ext uri="{9D8B030D-6E8A-4147-A177-3AD203B41FA5}">
                      <a16:colId xmlns:a16="http://schemas.microsoft.com/office/drawing/2014/main" val="20000"/>
                    </a:ext>
                  </a:extLst>
                </a:gridCol>
                <a:gridCol w="5524500">
                  <a:extLst>
                    <a:ext uri="{9D8B030D-6E8A-4147-A177-3AD203B41FA5}">
                      <a16:colId xmlns:a16="http://schemas.microsoft.com/office/drawing/2014/main" val="20001"/>
                    </a:ext>
                  </a:extLst>
                </a:gridCol>
                <a:gridCol w="1168400">
                  <a:extLst>
                    <a:ext uri="{9D8B030D-6E8A-4147-A177-3AD203B41FA5}">
                      <a16:colId xmlns:a16="http://schemas.microsoft.com/office/drawing/2014/main" val="20002"/>
                    </a:ext>
                  </a:extLst>
                </a:gridCol>
                <a:gridCol w="2032000">
                  <a:extLst>
                    <a:ext uri="{9D8B030D-6E8A-4147-A177-3AD203B41FA5}">
                      <a16:colId xmlns:a16="http://schemas.microsoft.com/office/drawing/2014/main" val="20003"/>
                    </a:ext>
                  </a:extLst>
                </a:gridCol>
                <a:gridCol w="1444625">
                  <a:extLst>
                    <a:ext uri="{9D8B030D-6E8A-4147-A177-3AD203B41FA5}">
                      <a16:colId xmlns:a16="http://schemas.microsoft.com/office/drawing/2014/main" val="20004"/>
                    </a:ext>
                  </a:extLst>
                </a:gridCol>
              </a:tblGrid>
              <a:tr h="533400">
                <a:tc>
                  <a:txBody>
                    <a:bodyPr/>
                    <a:lstStyle/>
                    <a:p>
                      <a:pPr marL="0" indent="0" algn="ctr">
                        <a:lnSpc>
                          <a:spcPct val="90000"/>
                        </a:lnSpc>
                        <a:defRPr/>
                      </a:pPr>
                      <a:r>
                        <a:rPr lang="en-US" sz="11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编号</a:t>
                      </a:r>
                      <a:endParaRPr lang="en-US" sz="1100"/>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CC">
                        <a:alpha val="100000"/>
                      </a:srgbClr>
                    </a:solidFill>
                  </a:tcPr>
                </a:tc>
                <a:tc>
                  <a:txBody>
                    <a:bodyPr/>
                    <a:lstStyle/>
                    <a:p>
                      <a:pPr marL="0" indent="0" algn="ctr">
                        <a:lnSpc>
                          <a:spcPct val="90000"/>
                        </a:lnSpc>
                        <a:defRPr/>
                      </a:pPr>
                      <a:r>
                        <a:rPr lang="en-US" sz="11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需求简述</a:t>
                      </a:r>
                      <a:endParaRPr lang="en-US" sz="1100"/>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CC">
                        <a:alpha val="100000"/>
                      </a:srgbClr>
                    </a:solidFill>
                  </a:tcPr>
                </a:tc>
                <a:tc>
                  <a:txBody>
                    <a:bodyPr/>
                    <a:lstStyle/>
                    <a:p>
                      <a:pPr marL="0" indent="0" algn="ctr">
                        <a:lnSpc>
                          <a:spcPct val="90000"/>
                        </a:lnSpc>
                        <a:defRPr/>
                      </a:pPr>
                      <a:r>
                        <a:rPr lang="en-US" sz="11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优先级</a:t>
                      </a:r>
                      <a:endParaRPr lang="en-US" sz="1100"/>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CC">
                        <a:alpha val="100000"/>
                      </a:srgbClr>
                    </a:solidFill>
                  </a:tcPr>
                </a:tc>
                <a:tc>
                  <a:txBody>
                    <a:bodyPr/>
                    <a:lstStyle/>
                    <a:p>
                      <a:pPr marL="0" indent="0" algn="ctr">
                        <a:lnSpc>
                          <a:spcPct val="90000"/>
                        </a:lnSpc>
                        <a:defRPr/>
                      </a:pPr>
                      <a:r>
                        <a:rPr lang="en-US" sz="11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提出部门</a:t>
                      </a:r>
                      <a:endParaRPr lang="en-US" sz="1100"/>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CC">
                        <a:alpha val="100000"/>
                      </a:srgbClr>
                    </a:solidFill>
                  </a:tcPr>
                </a:tc>
                <a:tc>
                  <a:txBody>
                    <a:bodyPr/>
                    <a:lstStyle/>
                    <a:p>
                      <a:pPr marL="0" indent="0" algn="ctr">
                        <a:lnSpc>
                          <a:spcPct val="90000"/>
                        </a:lnSpc>
                        <a:defRPr/>
                      </a:pPr>
                      <a:r>
                        <a:rPr lang="en-US" sz="11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需求提出人</a:t>
                      </a:r>
                      <a:endParaRPr lang="en-US" sz="1100"/>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66CC">
                        <a:alpha val="100000"/>
                      </a:srgbClr>
                    </a:solidFill>
                  </a:tcPr>
                </a:tc>
                <a:extLst>
                  <a:ext uri="{0D108BD9-81ED-4DB2-BD59-A6C34878D82A}">
                    <a16:rowId xmlns:a16="http://schemas.microsoft.com/office/drawing/2014/main" val="10000"/>
                  </a:ext>
                </a:extLst>
              </a:tr>
              <a:tr h="527050">
                <a:tc>
                  <a:txBody>
                    <a:bodyPr/>
                    <a:lstStyle/>
                    <a:p>
                      <a:pPr marL="0" indent="0" algn="ctr">
                        <a:lnSpc>
                          <a:spcPct val="90000"/>
                        </a:lnSpc>
                        <a:defRPr/>
                      </a:pPr>
                      <a:r>
                        <a:rPr lang="en-US" sz="1100" b="0" i="0" u="none" strike="noStrike">
                          <a:solidFill>
                            <a:srgbClr val="000000"/>
                          </a:solidFill>
                          <a:latin typeface="Biennale"/>
                          <a:ea typeface="Biennale"/>
                          <a:cs typeface="Biennale"/>
                          <a:sym typeface="Biennale"/>
                        </a:rPr>
                        <a:t>A0128</a:t>
                      </a:r>
                      <a:endParaRPr lang="en-US" sz="1100"/>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l">
                        <a:lnSpc>
                          <a:spcPct val="90000"/>
                        </a:lnSpc>
                        <a:defRPr/>
                      </a:pPr>
                      <a:r>
                        <a:rPr lang="en-US" sz="105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实现外购成品供应商策略与订单分配策略SAP自动匹配</a:t>
                      </a:r>
                      <a:endParaRPr lang="en-US" sz="1100"/>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90000"/>
                        </a:lnSpc>
                        <a:defRPr/>
                      </a:pPr>
                      <a:r>
                        <a:rPr lang="en-US" sz="105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中</a:t>
                      </a:r>
                      <a:endParaRPr lang="en-US" sz="1100"/>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90000"/>
                        </a:lnSpc>
                        <a:defRPr/>
                      </a:pPr>
                      <a:r>
                        <a:rPr lang="en-US" sz="105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供应链中心</a:t>
                      </a:r>
                      <a:endParaRPr lang="en-US" sz="1100"/>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90000"/>
                        </a:lnSpc>
                        <a:defRPr/>
                      </a:pPr>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554355">
                <a:tc>
                  <a:txBody>
                    <a:bodyPr/>
                    <a:lstStyle/>
                    <a:p>
                      <a:pPr marL="0" indent="0" algn="ctr">
                        <a:lnSpc>
                          <a:spcPct val="90000"/>
                        </a:lnSpc>
                        <a:defRPr/>
                      </a:pPr>
                      <a:r>
                        <a:rPr lang="en-US" sz="1100" b="0" i="0" u="none" strike="noStrike">
                          <a:solidFill>
                            <a:srgbClr val="000000"/>
                          </a:solidFill>
                          <a:latin typeface="Biennale"/>
                          <a:ea typeface="Biennale"/>
                          <a:cs typeface="Biennale"/>
                          <a:sym typeface="Biennale"/>
                        </a:rPr>
                        <a:t>A0200</a:t>
                      </a:r>
                      <a:endParaRPr lang="en-US" sz="1100"/>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l">
                        <a:lnSpc>
                          <a:spcPct val="90000"/>
                        </a:lnSpc>
                        <a:defRPr/>
                      </a:pPr>
                      <a:r>
                        <a:rPr lang="en-US" sz="105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按物料分配制度或招标竞价确定的分配比例分配采购申请，并在系统中以季度显示及控制配额</a:t>
                      </a:r>
                      <a:endParaRPr lang="en-US" sz="1100"/>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90000"/>
                        </a:lnSpc>
                        <a:defRPr/>
                      </a:pPr>
                      <a:r>
                        <a:rPr lang="en-US" sz="105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高</a:t>
                      </a:r>
                      <a:endParaRPr lang="en-US" sz="1100"/>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90000"/>
                        </a:lnSpc>
                        <a:defRPr/>
                      </a:pPr>
                      <a:r>
                        <a:rPr lang="en-US" sz="105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招投标中心</a:t>
                      </a:r>
                      <a:endParaRPr lang="en-US" sz="1100"/>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90000"/>
                        </a:lnSpc>
                        <a:defRPr/>
                      </a:pPr>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537210">
                <a:tc>
                  <a:txBody>
                    <a:bodyPr/>
                    <a:lstStyle/>
                    <a:p>
                      <a:pPr marL="0" indent="0" algn="ctr">
                        <a:lnSpc>
                          <a:spcPct val="90000"/>
                        </a:lnSpc>
                        <a:defRPr/>
                      </a:pPr>
                      <a:r>
                        <a:rPr lang="en-US" sz="1100" b="0" i="0" u="none" strike="noStrike">
                          <a:solidFill>
                            <a:srgbClr val="000000"/>
                          </a:solidFill>
                          <a:latin typeface="Biennale"/>
                          <a:ea typeface="Biennale"/>
                          <a:cs typeface="Biennale"/>
                          <a:sym typeface="Biennale"/>
                        </a:rPr>
                        <a:t>A0201</a:t>
                      </a:r>
                      <a:endParaRPr lang="en-US" sz="1100"/>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l">
                        <a:lnSpc>
                          <a:spcPct val="90000"/>
                        </a:lnSpc>
                        <a:defRPr/>
                      </a:pPr>
                      <a:r>
                        <a:rPr lang="en-US" sz="105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对于异常或高价分配的，流程审批经招投标中心及对历史分配情况生成可查询的报表</a:t>
                      </a:r>
                      <a:endParaRPr lang="en-US" sz="1100"/>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90000"/>
                        </a:lnSpc>
                        <a:defRPr/>
                      </a:pPr>
                      <a:r>
                        <a:rPr lang="en-US" sz="105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高</a:t>
                      </a:r>
                      <a:endParaRPr lang="en-US" sz="1100"/>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90000"/>
                        </a:lnSpc>
                        <a:defRPr/>
                      </a:pPr>
                      <a:r>
                        <a:rPr lang="en-US" sz="105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招投标中心</a:t>
                      </a:r>
                      <a:endParaRPr lang="en-US" sz="1100"/>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90000"/>
                        </a:lnSpc>
                        <a:defRPr/>
                      </a:pPr>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519430">
                <a:tc>
                  <a:txBody>
                    <a:bodyPr/>
                    <a:lstStyle/>
                    <a:p>
                      <a:pPr marL="0" indent="0" algn="ctr">
                        <a:lnSpc>
                          <a:spcPct val="90000"/>
                        </a:lnSpc>
                        <a:defRPr/>
                      </a:pPr>
                      <a:r>
                        <a:rPr lang="en-US" sz="1100" b="0" i="0" u="none" strike="noStrike">
                          <a:solidFill>
                            <a:srgbClr val="000000"/>
                          </a:solidFill>
                          <a:latin typeface="Biennale"/>
                          <a:ea typeface="Biennale"/>
                          <a:cs typeface="Biennale"/>
                          <a:sym typeface="Biennale"/>
                        </a:rPr>
                        <a:t>A0202</a:t>
                      </a:r>
                      <a:endParaRPr lang="en-US" sz="1100"/>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l">
                        <a:lnSpc>
                          <a:spcPct val="90000"/>
                        </a:lnSpc>
                        <a:defRPr/>
                      </a:pPr>
                      <a:r>
                        <a:rPr lang="en-US" sz="105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订单分配界面，现只显示5家供应商，超5家的需手工查询，输入后分配</a:t>
                      </a:r>
                      <a:endParaRPr lang="en-US" sz="1100"/>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90000"/>
                        </a:lnSpc>
                        <a:defRPr/>
                      </a:pPr>
                      <a:r>
                        <a:rPr lang="en-US" sz="105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高</a:t>
                      </a:r>
                      <a:endParaRPr lang="en-US" sz="1100"/>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ctr">
                        <a:lnSpc>
                          <a:spcPct val="90000"/>
                        </a:lnSpc>
                        <a:defRPr/>
                      </a:pPr>
                      <a:r>
                        <a:rPr lang="en-US" sz="105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招投标中心</a:t>
                      </a:r>
                      <a:endParaRPr lang="en-US" sz="1100"/>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90000"/>
                        </a:lnSpc>
                        <a:defRPr/>
                      </a:pPr>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body" sz="quarter" idx="16" hasCustomPrompt="1"/>
          </p:nvPr>
        </p:nvSpPr>
        <p:spPr>
          <a:xfrm>
            <a:off x="457200" y="2464118"/>
            <a:ext cx="853440" cy="492125"/>
          </a:xfrm>
          <a:prstGeom prst="rect">
            <a:avLst/>
          </a:prstGeom>
        </p:spPr>
        <p:txBody>
          <a:bodyPr wrap="square" lIns="0" tIns="0" rIns="0" bIns="0" anchor="ctr">
            <a:spAutoFit/>
          </a:bodyPr>
          <a:lstStyle>
            <a:lvl1pPr algn="l">
              <a:lnSpc>
                <a:spcPct val="100000"/>
              </a:lnSpc>
              <a:defRPr sz="3200" b="1" i="0" u="none" strike="noStrike" spc="0">
                <a:solidFill>
                  <a:srgbClr val="0073E6">
                    <a:alpha val="100000"/>
                  </a:srgbClr>
                </a:solidFill>
                <a:latin typeface="Biennale Bold"/>
              </a:defRPr>
            </a:lvl1pPr>
          </a:lstStyle>
          <a:p>
            <a:pPr marL="0" indent="0" algn="l">
              <a:lnSpc>
                <a:spcPct val="100000"/>
              </a:lnSpc>
            </a:pPr>
            <a:r>
              <a:rPr lang="en-US" sz="3200" b="1" i="0" u="none" strike="noStrike">
                <a:solidFill>
                  <a:srgbClr val="0073E6"/>
                </a:solidFill>
                <a:latin typeface="Biennale Bold"/>
                <a:ea typeface="Biennale Bold"/>
                <a:cs typeface="Biennale Bold"/>
                <a:sym typeface="Biennale Bold"/>
              </a:rPr>
              <a:t>谢谢</a:t>
            </a:r>
          </a:p>
        </p:txBody>
      </p:sp>
      <p:sp>
        <p:nvSpPr>
          <p:cNvPr id="4" name="AutoShape 4"/>
          <p:cNvSpPr/>
          <p:nvPr/>
        </p:nvSpPr>
        <p:spPr>
          <a:xfrm>
            <a:off x="391795" y="6166993"/>
            <a:ext cx="8229600" cy="274320"/>
          </a:xfrm>
          <a:prstGeom prst="rect">
            <a:avLst/>
          </a:prstGeom>
          <a:noFill/>
          <a:ln w="12700">
            <a:noFill/>
            <a:prstDash val="solid"/>
          </a:ln>
        </p:spPr>
        <p:txBody>
          <a:bodyPr wrap="square" lIns="91440" tIns="45720" rIns="91440" bIns="45720" rtlCol="0" anchor="t">
            <a:spAutoFit/>
          </a:bodyPr>
          <a:lstStyle/>
          <a:p>
            <a:pPr marL="0" indent="0" algn="l">
              <a:lnSpc>
                <a:spcPct val="100000"/>
              </a:lnSpc>
              <a:defRPr/>
            </a:pPr>
            <a:r>
              <a:rPr lang="en-US" sz="1000" b="0" i="0" u="none" strike="noStrike">
                <a:solidFill>
                  <a:srgbClr val="0073E6"/>
                </a:solidFill>
                <a:latin typeface="Biennale"/>
                <a:ea typeface="Biennale"/>
                <a:cs typeface="Biennale"/>
                <a:sym typeface="Biennale"/>
              </a:rPr>
              <a:t>SAP S/4HANA PCE  |  </a:t>
            </a:r>
            <a:r>
              <a:rPr lang="en-US" sz="1000" b="0" i="0" u="none" strike="noStrike">
                <a:solidFill>
                  <a:srgbClr val="0073E6"/>
                </a:solidFill>
                <a:latin typeface="Noto Sans SC" panose="020B0200000000000000" charset="-122"/>
                <a:ea typeface="Noto Sans SC" panose="020B0200000000000000" charset="-122"/>
                <a:cs typeface="Noto Sans SC" panose="020B0200000000000000" charset="-122"/>
                <a:sym typeface="Noto Sans SC" panose="020B0200000000000000" charset="-122"/>
              </a:rPr>
              <a:t>专项方案</a:t>
            </a:r>
            <a:r>
              <a:rPr lang="en-US" sz="1000" b="0" i="0" u="none" strike="noStrike">
                <a:solidFill>
                  <a:srgbClr val="0073E6"/>
                </a:solidFill>
                <a:latin typeface="Biennale"/>
                <a:ea typeface="Biennale"/>
                <a:cs typeface="Biennale"/>
                <a:sym typeface="Biennale"/>
              </a:rPr>
              <a:t> 1  |  2026</a:t>
            </a:r>
            <a:r>
              <a:rPr lang="en-US" sz="1000" b="0" i="0" u="none" strike="noStrike">
                <a:solidFill>
                  <a:srgbClr val="0073E6"/>
                </a:solidFill>
                <a:latin typeface="Noto Sans SC" panose="020B0200000000000000" charset="-122"/>
                <a:ea typeface="Noto Sans SC" panose="020B0200000000000000" charset="-122"/>
                <a:cs typeface="Noto Sans SC" panose="020B0200000000000000" charset="-122"/>
                <a:sym typeface="Noto Sans SC" panose="020B0200000000000000" charset="-122"/>
              </a:rPr>
              <a:t>年</a:t>
            </a:r>
            <a:r>
              <a:rPr lang="en-US" sz="1000" b="0" i="0" u="none" strike="noStrike">
                <a:solidFill>
                  <a:srgbClr val="0073E6"/>
                </a:solidFill>
                <a:latin typeface="Biennale"/>
                <a:ea typeface="Biennale"/>
                <a:cs typeface="Biennale"/>
                <a:sym typeface="Biennale"/>
              </a:rPr>
              <a:t>6</a:t>
            </a:r>
            <a:r>
              <a:rPr lang="en-US" sz="1000" b="0" i="0" u="none" strike="noStrike">
                <a:solidFill>
                  <a:srgbClr val="0073E6"/>
                </a:solidFill>
                <a:latin typeface="Noto Sans SC" panose="020B0200000000000000" charset="-122"/>
                <a:ea typeface="Noto Sans SC" panose="020B0200000000000000" charset="-122"/>
                <a:cs typeface="Noto Sans SC" panose="020B0200000000000000" charset="-122"/>
                <a:sym typeface="Noto Sans SC" panose="020B0200000000000000" charset="-122"/>
              </a:rPr>
              <a:t>月</a:t>
            </a:r>
            <a:r>
              <a:rPr lang="en-US" sz="1000" b="0" i="0" u="none" strike="noStrike">
                <a:solidFill>
                  <a:srgbClr val="0073E6"/>
                </a:solidFill>
                <a:latin typeface="Biennale"/>
                <a:ea typeface="Biennale"/>
                <a:cs typeface="Biennale"/>
                <a:sym typeface="Biennale"/>
              </a:rPr>
              <a:t>  |  </a:t>
            </a:r>
            <a:r>
              <a:rPr lang="en-US" sz="1000" b="0" i="0" u="none" strike="noStrike">
                <a:solidFill>
                  <a:srgbClr val="0073E6"/>
                </a:solidFill>
                <a:latin typeface="Noto Sans SC" panose="020B0200000000000000" charset="-122"/>
                <a:ea typeface="Noto Sans SC" panose="020B0200000000000000" charset="-122"/>
                <a:cs typeface="Noto Sans SC" panose="020B0200000000000000" charset="-122"/>
                <a:sym typeface="Noto Sans SC" panose="020B0200000000000000" charset="-122"/>
              </a:rPr>
              <a:t>内部文件</a:t>
            </a:r>
            <a:endParaRPr lang="en-US" sz="110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59.29425196850394,&quot;left&quot;:220.00003655811253,&quot;top&quot;:140,&quot;width&quot;:700.0007142853498}"/>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59.29425196850394,&quot;left&quot;:220.00003655811253,&quot;top&quot;:140,&quot;width&quot;:700.0007142853498}"/>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59.29425196850394,&quot;left&quot;:220.00003655811253,&quot;top&quot;:140,&quot;width&quot;:700.0007142853498}"/>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59.29425196850394,&quot;left&quot;:220.00003655811253,&quot;top&quot;:140,&quot;width&quot;:700.0007142853498}"/>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59.29425196850394,&quot;left&quot;:220.00003655811253,&quot;top&quot;:140,&quot;width&quot;:700.0007142853498}"/>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59.29425196850394,&quot;left&quot;:220.00003655811253,&quot;top&quot;:140,&quot;width&quot;:700.0007142853498}"/>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59.29425196850394,&quot;left&quot;:220.00003655811253,&quot;top&quot;:140,&quot;width&quot;:700.0007142853498}"/>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59.29425196850394,&quot;left&quot;:220.00003655811253,&quot;top&quot;:140,&quot;width&quot;:700.0007142853498}"/>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59.29425196850394,&quot;left&quot;:220.00003655811253,&quot;top&quot;:140,&quot;width&quot;:700.0007142853498}"/>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59.29425196850394,&quot;left&quot;:220.00003655811253,&quot;top&quot;:140,&quot;width&quot;:700.0007142853498}"/>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59.29425196850394,&quot;left&quot;:220.00003655811253,&quot;top&quot;:140,&quot;width&quot;:700.0007142853498}"/>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59.29425196850394,&quot;left&quot;:220.00003655811253,&quot;top&quot;:140,&quot;width&quot;:700.0007142853498}"/>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59.29425196850394,&quot;left&quot;:220.00003655811253,&quot;top&quot;:140,&quot;width&quot;:700.0007142853498}"/>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59.29425196850394,&quot;left&quot;:220.00003655811253,&quot;top&quot;:140,&quot;width&quot;:700.0007142853498}"/>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59.29425196850394,&quot;left&quot;:220.00003655811253,&quot;top&quot;:140,&quot;width&quot;:700.0007142853498}"/>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59.29425196850394,&quot;left&quot;:220.00003655811253,&quot;top&quot;:140,&quot;width&quot;:700.0007142853498}"/>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59.29425196850394,&quot;left&quot;:220.00003655811253,&quot;top&quot;:140,&quot;width&quot;:700.0007142853498}"/>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59.29425196850394,&quot;left&quot;:220.00003655811253,&quot;top&quot;:140,&quot;width&quot;:700.0007142853498}"/>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59.29425196850394,&quot;left&quot;:220.00003655811253,&quot;top&quot;:140,&quot;width&quot;:700.0007142853498}"/>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59.29425196850394,&quot;left&quot;:220.00003655811253,&quot;top&quot;:140,&quot;width&quot;:700.0007142853498}"/>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59.29425196850394,&quot;left&quot;:220.00003655811253,&quot;top&quot;:140,&quot;width&quot;:700.0007142853498}"/>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59.29425196850394,&quot;left&quot;:220.00003655811253,&quot;top&quot;:140,&quot;width&quot;:700.0007142853498}"/>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59.29425196850394,&quot;left&quot;:220.00003655811253,&quot;top&quot;:140,&quot;width&quot;:700.0007142853498}"/>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59.29425196850394,&quot;left&quot;:220.00003655811253,&quot;top&quot;:140,&quot;width&quot;:700.0007142853498}"/>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59.29425196850394,&quot;left&quot;:220.00003655811253,&quot;top&quot;:140,&quot;width&quot;:700.0007142853498}"/>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259.29425196850394,&quot;left&quot;:220.00003655811253,&quot;top&quot;:140,&quot;width&quot;:700.0007142853498}"/>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240,&quot;left&quot;:470,&quot;top&quot;:180,&quot;width&quot;:440}"/>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240,&quot;left&quot;:470,&quot;top&quot;:180,&quot;width&quot;:440}"/>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240,&quot;left&quot;:470,&quot;top&quot;:180,&quot;width&quot;:440}"/>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240,&quot;left&quot;:470,&quot;top&quot;:180,&quot;width&quot;:440}"/>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240,&quot;left&quot;:470,&quot;top&quot;:180,&quot;width&quot;:440}"/>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240,&quot;left&quot;:470,&quot;top&quot;:180,&quot;width&quot;:440}"/>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240,&quot;left&quot;:470,&quot;top&quot;:180,&quot;width&quot;:440}"/>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240,&quot;left&quot;:470,&quot;top&quot;:180,&quot;width&quot;:440}"/>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240,&quot;left&quot;:470,&quot;top&quot;:180,&quot;width&quot;:440}"/>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240,&quot;left&quot;:470,&quot;top&quot;:180,&quot;width&quot;:440}"/>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240,&quot;left&quot;:470,&quot;top&quot;:180,&quot;width&quot;:440}"/>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240,&quot;left&quot;:470,&quot;top&quot;:180,&quot;width&quot;:440}"/>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240,&quot;left&quot;:470,&quot;top&quot;:180,&quot;width&quot;:440}"/>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240,&quot;left&quot;:470,&quot;top&quot;:180,&quot;width&quot;:440}"/>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240,&quot;left&quot;:470,&quot;top&quot;:180,&quot;width&quot;:440}"/>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240,&quot;left&quot;:470,&quot;top&quot;:180,&quot;width&quot;:440}"/>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245,&quot;left&quot;:40,&quot;top&quot;:170.7647244094488,&quot;width&quot;:880}"/>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245,&quot;left&quot;:40,&quot;top&quot;:170.7647244094488,&quot;width&quot;:880}"/>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245,&quot;left&quot;:40,&quot;top&quot;:170.7647244094488,&quot;width&quot;:880}"/>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245,&quot;left&quot;:40,&quot;top&quot;:170.7647244094488,&quot;width&quot;:880}"/>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245,&quot;left&quot;:40,&quot;top&quot;:170.7647244094488,&quot;width&quot;:880}"/>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245,&quot;left&quot;:40,&quot;top&quot;:170.7647244094488,&quot;width&quot;:880}"/>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245,&quot;left&quot;:40,&quot;top&quot;:170.7647244094488,&quot;width&quot;:880}"/>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245,&quot;left&quot;:40,&quot;top&quot;:170.7647244094488,&quot;width&quot;:880}"/>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245,&quot;left&quot;:40,&quot;top&quot;:170.7647244094488,&quot;width&quot;:880}"/>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245,&quot;left&quot;:40,&quot;top&quot;:170.7647244094488,&quot;width&quot;:880}"/>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245,&quot;left&quot;:40,&quot;top&quot;:170.7647244094488,&quot;width&quot;:880}"/>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245,&quot;left&quot;:40,&quot;top&quot;:170.7647244094488,&quot;width&quot;:88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White background">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White background">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1751</Words>
  <Application>Microsoft Office PowerPoint</Application>
  <PresentationFormat>宽屏</PresentationFormat>
  <Paragraphs>352</Paragraphs>
  <Slides>20</Slides>
  <Notes>17</Notes>
  <HiddenSlides>0</HiddenSlides>
  <MMClips>0</MMClips>
  <ScaleCrop>false</ScaleCrop>
  <HeadingPairs>
    <vt:vector size="6" baseType="variant">
      <vt:variant>
        <vt:lpstr>已用的字体</vt:lpstr>
      </vt:variant>
      <vt:variant>
        <vt:i4>12</vt:i4>
      </vt:variant>
      <vt:variant>
        <vt:lpstr>主题</vt:lpstr>
      </vt:variant>
      <vt:variant>
        <vt:i4>4</vt:i4>
      </vt:variant>
      <vt:variant>
        <vt:lpstr>幻灯片标题</vt:lpstr>
      </vt:variant>
      <vt:variant>
        <vt:i4>20</vt:i4>
      </vt:variant>
    </vt:vector>
  </HeadingPairs>
  <TitlesOfParts>
    <vt:vector size="36" baseType="lpstr">
      <vt:lpstr>Biennale</vt:lpstr>
      <vt:lpstr>Biennale Bold</vt:lpstr>
      <vt:lpstr>Biennale Medium</vt:lpstr>
      <vt:lpstr>Montserrat Bold</vt:lpstr>
      <vt:lpstr>Noto Sans SC</vt:lpstr>
      <vt:lpstr>等线</vt:lpstr>
      <vt:lpstr>微软雅黑</vt:lpstr>
      <vt:lpstr>微软雅黑 Light</vt:lpstr>
      <vt:lpstr>Aptos</vt:lpstr>
      <vt:lpstr>Arial</vt:lpstr>
      <vt:lpstr>Montserrat SemiBold</vt:lpstr>
      <vt:lpstr>Verdana</vt:lpstr>
      <vt:lpstr>Office 主题​​</vt:lpstr>
      <vt:lpstr>自定义主题</vt:lpstr>
      <vt:lpstr>White background</vt:lpstr>
      <vt:lpstr>1_White background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2102125624@qq.com</cp:lastModifiedBy>
  <cp:revision>15</cp:revision>
  <dcterms:created xsi:type="dcterms:W3CDTF">2026-08-18T12:28:00Z</dcterms:created>
  <dcterms:modified xsi:type="dcterms:W3CDTF">2026-08-30T14:36:37Z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{"Label":"1","ContentProducer":"001191110102MACQD9K64010000","ProduceID":"7674254808153246916","ReservedCode1":"","ContentPropagator":"","PropagateID":"","ReservedCode2":""}</vt:lpwstr>
  </property>
  <property fmtid="{D5CDD505-2E9C-101B-9397-08002B2CF9AE}" pid="3" name="KSOProductBuildVer">
    <vt:lpwstr>2052-12.1.0.28043</vt:lpwstr>
  </property>
  <property fmtid="{D5CDD505-2E9C-101B-9397-08002B2CF9AE}" pid="4" name="ICV">
    <vt:lpwstr>784511CE7EE64A0BB3DA48A4C6724695_12</vt:lpwstr>
  </property>
</Properties>
</file>